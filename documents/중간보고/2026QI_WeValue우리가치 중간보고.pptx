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69" r:id="rId3"/>
    <p:sldId id="310" r:id="rId4"/>
    <p:sldId id="311" r:id="rId5"/>
    <p:sldId id="312" r:id="rId6"/>
    <p:sldId id="313" r:id="rId7"/>
    <p:sldId id="314" r:id="rId8"/>
    <p:sldId id="29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63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  <p15:guide id="13" orient="horz" pos="12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3487" autoAdjust="0"/>
  </p:normalViewPr>
  <p:slideViewPr>
    <p:cSldViewPr snapToGrid="0">
      <p:cViewPr varScale="1">
        <p:scale>
          <a:sx n="148" d="100"/>
          <a:sy n="148" d="100"/>
        </p:scale>
        <p:origin x="552" y="132"/>
      </p:cViewPr>
      <p:guideLst>
        <p:guide pos="234"/>
        <p:guide pos="7446"/>
        <p:guide pos="529"/>
        <p:guide pos="3863"/>
        <p:guide pos="7151"/>
        <p:guide orient="horz" pos="2160"/>
        <p:guide orient="horz" pos="3952"/>
        <p:guide orient="horz" pos="867"/>
        <p:guide orient="horz" pos="12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5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91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285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492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738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040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557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199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바쁘신 와중에도 우리 모두의 더 나은 내일을 위해 함께해 주셔서 진심으로 감사합니다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783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9973" y="3602038"/>
            <a:ext cx="7972054" cy="2139881"/>
          </a:xfrm>
        </p:spPr>
        <p:txBody>
          <a:bodyPr wrap="none">
            <a:spAutoFit/>
          </a:bodyPr>
          <a:lstStyle/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이보다 더 좋을 순 없다</a:t>
            </a:r>
            <a:r>
              <a:rPr lang="en-US" altLang="ko-KR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 </a:t>
            </a:r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협업기반 간호 현장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발표자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endParaRPr lang="ko-KR" altLang="en-US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7553C289-4693-A1E1-ACA9-3EFD52D2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78000" y="1406131"/>
            <a:ext cx="8470900" cy="4981966"/>
          </a:xfrm>
        </p:spPr>
        <p:txBody>
          <a:bodyPr wrap="none">
            <a:normAutofit/>
          </a:bodyPr>
          <a:lstStyle/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팀 구성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활동의 필요성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문제분석 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목표 및 핵심지표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개선활동 계획 및 활동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6926918-9A45-1CC6-3FE4-C26ABF297F02}"/>
              </a:ext>
            </a:extLst>
          </p:cNvPr>
          <p:cNvCxnSpPr/>
          <p:nvPr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r>
              <a:rPr lang="ko-KR" altLang="en-US" dirty="0"/>
              <a:t> 팀 구성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2786CA1-B1B9-4CAE-8373-4F71EAFA25F9}"/>
              </a:ext>
            </a:extLst>
          </p:cNvPr>
          <p:cNvSpPr/>
          <p:nvPr/>
        </p:nvSpPr>
        <p:spPr>
          <a:xfrm>
            <a:off x="1869583" y="254560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팀명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우리 가치 팀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b="1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WeValue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Team)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0FCF46-0CD6-4DAA-8F72-7C40CED398A0}"/>
              </a:ext>
            </a:extLst>
          </p:cNvPr>
          <p:cNvSpPr/>
          <p:nvPr/>
        </p:nvSpPr>
        <p:spPr>
          <a:xfrm>
            <a:off x="1869583" y="3054320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책임 교수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박재홍 교수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6F5C60-EEE1-4D88-B34B-86D7C3AEF537}"/>
              </a:ext>
            </a:extLst>
          </p:cNvPr>
          <p:cNvSpPr/>
          <p:nvPr/>
        </p:nvSpPr>
        <p:spPr>
          <a:xfrm>
            <a:off x="1869583" y="351795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팀장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박은영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21745E-3023-4B05-AD2D-92039DFF0D3D}"/>
              </a:ext>
            </a:extLst>
          </p:cNvPr>
          <p:cNvSpPr/>
          <p:nvPr/>
        </p:nvSpPr>
        <p:spPr>
          <a:xfrm>
            <a:off x="1869583" y="4000916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간사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이미자</a:t>
            </a:r>
            <a:r>
              <a:rPr lang="en-US" altLang="ko-KR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b="1" i="0" baseline="3000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1FE5A9-780D-4BC9-AB0C-5971BA02E140}"/>
              </a:ext>
            </a:extLst>
          </p:cNvPr>
          <p:cNvSpPr/>
          <p:nvPr/>
        </p:nvSpPr>
        <p:spPr>
          <a:xfrm>
            <a:off x="1869582" y="4586905"/>
            <a:ext cx="8575184" cy="3795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 원 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이미자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¹,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박준호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김동주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정수미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김미령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박지현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김은경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손선미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김하늬</a:t>
            </a:r>
            <a:endParaRPr lang="ko-KR" altLang="en-US" sz="2800" b="1" i="0" baseline="3000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301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6EE7A876-3856-48D2-8279-BA97EACA7252}"/>
              </a:ext>
            </a:extLst>
          </p:cNvPr>
          <p:cNvSpPr/>
          <p:nvPr/>
        </p:nvSpPr>
        <p:spPr>
          <a:xfrm>
            <a:off x="1049628" y="2086377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4C3D646-E1C7-43C6-87D1-5DCD68157112}"/>
              </a:ext>
            </a:extLst>
          </p:cNvPr>
          <p:cNvSpPr/>
          <p:nvPr/>
        </p:nvSpPr>
        <p:spPr>
          <a:xfrm>
            <a:off x="1049628" y="3322749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808EF35-B4EE-4EB8-82D9-87714203E7C8}"/>
              </a:ext>
            </a:extLst>
          </p:cNvPr>
          <p:cNvSpPr/>
          <p:nvPr/>
        </p:nvSpPr>
        <p:spPr>
          <a:xfrm>
            <a:off x="1049628" y="4559120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활동의 필요성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422C8E-2DCE-4B6A-9A5A-71EC81E54013}"/>
              </a:ext>
            </a:extLst>
          </p:cNvPr>
          <p:cNvSpPr txBox="1"/>
          <p:nvPr/>
        </p:nvSpPr>
        <p:spPr>
          <a:xfrm>
            <a:off x="4782972" y="1237688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배경 및 필요성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0EDD75-3FB8-4150-A875-B2749336825F}"/>
              </a:ext>
            </a:extLst>
          </p:cNvPr>
          <p:cNvSpPr txBox="1"/>
          <p:nvPr/>
        </p:nvSpPr>
        <p:spPr>
          <a:xfrm>
            <a:off x="1204174" y="2499869"/>
            <a:ext cx="18485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의료 환경의 변화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A7094E-DC07-4F64-A2AD-10063D01699A}"/>
              </a:ext>
            </a:extLst>
          </p:cNvPr>
          <p:cNvSpPr txBox="1"/>
          <p:nvPr/>
        </p:nvSpPr>
        <p:spPr>
          <a:xfrm>
            <a:off x="3387143" y="2376759"/>
            <a:ext cx="229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PA</a:t>
            </a:r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간호사와 병동간호사의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협업 중요성 증대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FFA8C4-2B29-4A72-B9CC-D44454342213}"/>
              </a:ext>
            </a:extLst>
          </p:cNvPr>
          <p:cNvSpPr txBox="1"/>
          <p:nvPr/>
        </p:nvSpPr>
        <p:spPr>
          <a:xfrm>
            <a:off x="1204174" y="3736241"/>
            <a:ext cx="22669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분산된 상호 소통 채널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5FC1CC-6E3A-46BD-9EF8-196469E47DC1}"/>
              </a:ext>
            </a:extLst>
          </p:cNvPr>
          <p:cNvSpPr txBox="1"/>
          <p:nvPr/>
        </p:nvSpPr>
        <p:spPr>
          <a:xfrm>
            <a:off x="3387143" y="3613131"/>
            <a:ext cx="1739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전화</a:t>
            </a:r>
            <a:r>
              <a:rPr lang="en-US" altLang="ko-KR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, </a:t>
            </a:r>
            <a:r>
              <a:rPr lang="ko-KR" altLang="en-US" sz="1600" dirty="0" err="1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메시지등의</a:t>
            </a:r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 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비정형적 소통 의존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F517DC-434A-4954-BC8E-4D72E4CF6315}"/>
              </a:ext>
            </a:extLst>
          </p:cNvPr>
          <p:cNvSpPr txBox="1"/>
          <p:nvPr/>
        </p:nvSpPr>
        <p:spPr>
          <a:xfrm>
            <a:off x="1204174" y="4972612"/>
            <a:ext cx="16690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업무 효율 저하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E89F8A-14AF-4377-8033-C42622327447}"/>
              </a:ext>
            </a:extLst>
          </p:cNvPr>
          <p:cNvSpPr txBox="1"/>
          <p:nvPr/>
        </p:nvSpPr>
        <p:spPr>
          <a:xfrm>
            <a:off x="3387143" y="4849502"/>
            <a:ext cx="2037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맥락 단절 및 반복 호출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업무 피로도 가중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D2F5A0-6876-4FF4-80C0-2AC977AE19FA}"/>
              </a:ext>
            </a:extLst>
          </p:cNvPr>
          <p:cNvSpPr txBox="1"/>
          <p:nvPr/>
        </p:nvSpPr>
        <p:spPr>
          <a:xfrm>
            <a:off x="7373157" y="3245476"/>
            <a:ext cx="29363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b="1" dirty="0"/>
              <a:t>스마트 소통 프로토콜</a:t>
            </a:r>
            <a:r>
              <a:rPr lang="ko-KR" altLang="en-US" dirty="0"/>
              <a:t>과 </a:t>
            </a:r>
            <a:r>
              <a:rPr lang="ko-KR" altLang="en-US" b="1" dirty="0"/>
              <a:t>임상 실무 시각 가이드</a:t>
            </a:r>
            <a:r>
              <a:rPr lang="ko-KR" altLang="en-US" dirty="0"/>
              <a:t>를 구축을 통하여 소통환경을 개선</a:t>
            </a:r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41CDE4D3-42F7-4FF4-A9A9-B000D25AECCF}"/>
              </a:ext>
            </a:extLst>
          </p:cNvPr>
          <p:cNvSpPr/>
          <p:nvPr/>
        </p:nvSpPr>
        <p:spPr>
          <a:xfrm>
            <a:off x="6381482" y="3657599"/>
            <a:ext cx="546017" cy="4250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848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문제분석</a:t>
            </a:r>
          </a:p>
        </p:txBody>
      </p:sp>
    </p:spTree>
    <p:extLst>
      <p:ext uri="{BB962C8B-B14F-4D97-AF65-F5344CB8AC3E}">
        <p14:creationId xmlns:p14="http://schemas.microsoft.com/office/powerpoint/2010/main" val="2964779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목표 및 핵심지표</a:t>
            </a:r>
          </a:p>
        </p:txBody>
      </p:sp>
    </p:spTree>
    <p:extLst>
      <p:ext uri="{BB962C8B-B14F-4D97-AF65-F5344CB8AC3E}">
        <p14:creationId xmlns:p14="http://schemas.microsoft.com/office/powerpoint/2010/main" val="4203069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개선활동 계획 및 활동</a:t>
            </a:r>
          </a:p>
        </p:txBody>
      </p:sp>
    </p:spTree>
    <p:extLst>
      <p:ext uri="{BB962C8B-B14F-4D97-AF65-F5344CB8AC3E}">
        <p14:creationId xmlns:p14="http://schemas.microsoft.com/office/powerpoint/2010/main" val="2742420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1159</TotalTime>
  <Words>159</Words>
  <Application>Microsoft Office PowerPoint</Application>
  <PresentationFormat>와이드스크린</PresentationFormat>
  <Paragraphs>41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KoPub돋움체 Bold</vt:lpstr>
      <vt:lpstr>KoPub돋움체 Light</vt:lpstr>
      <vt:lpstr>Noto Sans KR</vt:lpstr>
      <vt:lpstr>맑은 고딕</vt:lpstr>
      <vt:lpstr>Arial</vt:lpstr>
      <vt:lpstr>Wingdings</vt:lpstr>
      <vt:lpstr>1_Office 테마</vt:lpstr>
      <vt:lpstr>[2026 QI] WeValue 우리가치</vt:lpstr>
      <vt:lpstr>목차</vt:lpstr>
      <vt:lpstr>1. 팀 구성</vt:lpstr>
      <vt:lpstr>2. 활동의 필요성</vt:lpstr>
      <vt:lpstr>3. 문제분석</vt:lpstr>
      <vt:lpstr>4. 목표 및 핵심지표</vt:lpstr>
      <vt:lpstr>5. 개선활동 계획 및 활동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[2026 QI] WeValue 우리가치</dc:title>
  <dc:creator>성민 임</dc:creator>
  <cp:lastModifiedBy>rahee</cp:lastModifiedBy>
  <cp:revision>910</cp:revision>
  <dcterms:created xsi:type="dcterms:W3CDTF">2026-03-04T12:11:45Z</dcterms:created>
  <dcterms:modified xsi:type="dcterms:W3CDTF">2026-05-03T12:04:16Z</dcterms:modified>
</cp:coreProperties>
</file>