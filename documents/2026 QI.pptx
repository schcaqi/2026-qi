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20D5073-4EA2-4393-8878-F71C208CB953}">
          <p14:sldIdLst>
            <p14:sldId id="256"/>
          </p14:sldIdLst>
        </p14:section>
        <p14:section name="개요" id="{481D5BF6-E991-4668-8EC9-7405E9809B17}">
          <p14:sldIdLst>
            <p14:sldId id="258"/>
          </p14:sldIdLst>
        </p14:section>
        <p14:section name="현상파악" id="{DE01B84C-1450-4790-B6CB-D29329092A90}">
          <p14:sldIdLst>
            <p14:sldId id="257"/>
          </p14:sldIdLst>
        </p14:section>
        <p14:section name="원인 분석" id="{3436F02A-2E17-417F-B715-AA8AB7DBA7DA}">
          <p14:sldIdLst/>
        </p14:section>
        <p14:section name="개선 대책" id="{70FF106F-9E3B-456E-AE52-481C18D79210}">
          <p14:sldIdLst/>
        </p14:section>
        <p14:section name="효과" id="{7DFACE4A-BB18-4465-B69F-D15DE867085F}">
          <p14:sldIdLst/>
        </p14:section>
        <p14:section name="표준화 및 사후관리" id="{5360CA3D-8F08-43CF-BE93-B1BF6A6DF5D1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5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85092-6553-50D5-A7D1-BA79F3E0A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5E0956-078C-D575-7FD1-F75CB069C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433577-D3BA-8B2A-C051-06CDD0FC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D6075-765F-520B-2F38-546248DD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27E29-08B0-4D5D-6634-E9DABB7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34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78BC1-9E5D-FADC-4D7D-4050157D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F4A44-D29E-88D5-C46E-0A23D3AF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3805A-51F0-DC6C-EDFB-33FD0EFC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9D9A1-CC8A-CC68-39B4-A418010B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28A60-928C-8DB6-E70F-90F57BD1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DD51D-092B-D217-8B00-65347015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13315-5F0E-C02D-7146-56C4F832C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65C0D-01C4-1EFE-689E-A3BAE84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4F913-46AB-79CF-EAB4-B642D39A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94C4A-35C7-7F18-DE88-D28CC527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5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4397F-D24B-F21A-5F74-B38A3CD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C55DB-22A5-E26F-159D-27F4E7056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2E531-9FED-1F40-157D-8E2F38575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98BF3C-8130-FE80-4ED2-3E388C8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084539-470D-8284-BCE6-B9AACA75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C22CDC-0B36-0BDF-8CE6-EA70FE48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1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97EED-A249-D09F-151E-FA696988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E38A2-B7F8-6E1C-3198-4121F78C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A86551-E743-AD28-6047-77A90EFE4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0D4567-0678-7A8B-3D76-0CDC96283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C09B5F-C598-EBE4-E9D8-90E867294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9FA69-CF6C-1C5B-2592-485E188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D89532-004A-8080-8B98-3E82011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F95951-ECBB-C719-B503-89A01CC3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26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EE36-1DAC-8EF3-5F02-CA0DDB6D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085917-C9D2-4FA6-C28E-143EBD05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5F10-C89C-698C-DCE1-7ABDEBEF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7F4B83-18CB-372C-624A-32C1E8A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7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D57476-76F2-CB85-08B4-FCA41510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1A8B1C-84A1-D4BC-9E56-964EAC5B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7BAC4-985B-C4F7-D76C-8B03D0A3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62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BB3D9-FB65-E663-A309-DE27841F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2F9FC-D258-71DE-220D-B71D50A4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EE103-FAB2-4370-D695-9ADD14385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3F9C8-D7A9-9FF7-1ED5-7D2CD25C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1F98CE-66D7-2695-B4B2-A9F1DFD3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512E3E-1E79-A008-194A-E90CEEA3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1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B19C9-F0DF-B761-AC92-4F63C00A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E88BC2-9605-4FF2-FCCC-A6EDED97A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80C5F-8D6F-869C-59E4-A0DCCF89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7087B8-9E2D-57E4-8C5B-501EDDFE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0266B0-549C-7601-E3E2-849D872A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94F64-F3D3-F535-E7CE-04E5FC89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31041-9AD6-DD70-DC29-3983F76E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0E254-6ED7-5794-828B-2205E3A47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8CE77-48C3-132F-4D02-2D0A6E51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B1228-4FB5-873C-0490-D84C559E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51955C-31FD-E59C-B185-3709EAC3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1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85B37C-CC8B-3521-D9DB-3916D8617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22D40B-33B8-4A0F-D8BC-707702703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04BB9-201E-A511-09FB-18E1A0D4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AF6F9-29BA-3019-C9BD-F44D36F0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3EBA7-5FEE-3995-1851-06A82481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45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96B51D-4892-A99F-2C34-DFFEF864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820D1-6730-3A1B-84D2-B5E8763EB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356FA-2D1F-13F8-298C-7C416B06E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FEF37-A916-4689-81C8-A08F7ED42DA8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FDC45-4627-9098-6BDB-53BF50768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C09AE-7C13-4C96-90A4-CDD5403EE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7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2026 QI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[ </a:t>
            </a:r>
            <a:r>
              <a:rPr lang="en-US" altLang="ko-KR" dirty="0" err="1"/>
              <a:t>WeValue</a:t>
            </a:r>
            <a:r>
              <a:rPr lang="en-US" altLang="ko-KR" dirty="0"/>
              <a:t> – </a:t>
            </a:r>
            <a:r>
              <a:rPr lang="ko-KR" altLang="en-US" dirty="0" err="1"/>
              <a:t>우리가치</a:t>
            </a:r>
            <a:r>
              <a:rPr lang="ko-KR" altLang="en-US" dirty="0"/>
              <a:t> 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6207A-FB03-C454-BA09-71AA3938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5E0583-9BAA-896B-A79D-682B1D1A8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PA(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진료지원간호사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)–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간호사 협업 체계를 한 가지 기준으로 정리</a:t>
            </a:r>
          </a:p>
          <a:p>
            <a:pPr lvl="0" fontAlgn="base"/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소통 방식 개선을 통해 업무흐름을 더욱 원활하게 하고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 소요시간을 예측 가능하게 하여 환자 안전 및 업무 환경을 개선</a:t>
            </a:r>
          </a:p>
          <a:p>
            <a:pPr lvl="0" fontAlgn="base"/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내부 고객 만족도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점 이상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/PA)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달성</a:t>
            </a:r>
          </a:p>
          <a:p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603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72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52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KoPub돋움체 Light</vt:lpstr>
      <vt:lpstr>맑은 고딕</vt:lpstr>
      <vt:lpstr>Arial</vt:lpstr>
      <vt:lpstr>Office 테마</vt:lpstr>
      <vt:lpstr>2026 QI</vt:lpstr>
      <vt:lpstr>프로젝트 개요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성민 임</cp:lastModifiedBy>
  <cp:revision>7</cp:revision>
  <dcterms:created xsi:type="dcterms:W3CDTF">2026-03-04T12:11:45Z</dcterms:created>
  <dcterms:modified xsi:type="dcterms:W3CDTF">2026-03-04T14:38:49Z</dcterms:modified>
</cp:coreProperties>
</file>