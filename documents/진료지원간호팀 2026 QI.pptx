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9" r:id="rId4"/>
    <p:sldId id="270" r:id="rId5"/>
    <p:sldId id="271" r:id="rId6"/>
    <p:sldId id="272" r:id="rId7"/>
    <p:sldId id="273" r:id="rId8"/>
    <p:sldId id="274" r:id="rId9"/>
    <p:sldId id="276" r:id="rId10"/>
    <p:sldId id="275" r:id="rId11"/>
    <p:sldId id="277" r:id="rId12"/>
    <p:sldId id="278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3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DA8D42-95C6-4F32-8F12-CFA2261A830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2378CEE9-DE77-4CB9-88F1-86E46B3F7D5F}">
      <dgm:prSet phldrT="[텍스트]" phldr="0"/>
      <dgm:spPr/>
      <dgm:t>
        <a:bodyPr/>
        <a:lstStyle/>
        <a:p>
          <a:pPr latinLnBrk="1"/>
          <a:r>
            <a:rPr lang="ko-KR" altLang="en-US" dirty="0"/>
            <a:t>현재 협업의 어려움</a:t>
          </a:r>
        </a:p>
      </dgm:t>
    </dgm:pt>
    <dgm:pt modelId="{A55976F6-17E5-40AE-BEBA-0033E9A33ED6}" type="parTrans" cxnId="{4E4CD2F4-54B2-4D44-A7ED-6163EF8CB1B5}">
      <dgm:prSet/>
      <dgm:spPr/>
      <dgm:t>
        <a:bodyPr/>
        <a:lstStyle/>
        <a:p>
          <a:pPr latinLnBrk="1"/>
          <a:endParaRPr lang="ko-KR" altLang="en-US"/>
        </a:p>
      </dgm:t>
    </dgm:pt>
    <dgm:pt modelId="{473DDFC9-B441-4A44-BCE8-C44436C3224F}" type="sibTrans" cxnId="{4E4CD2F4-54B2-4D44-A7ED-6163EF8CB1B5}">
      <dgm:prSet/>
      <dgm:spPr/>
      <dgm:t>
        <a:bodyPr/>
        <a:lstStyle/>
        <a:p>
          <a:pPr latinLnBrk="1"/>
          <a:endParaRPr lang="ko-KR" altLang="en-US"/>
        </a:p>
      </dgm:t>
    </dgm:pt>
    <dgm:pt modelId="{97AC7084-E6B9-4A42-92EC-A6B740F72432}">
      <dgm:prSet phldrT="[텍스트]"/>
      <dgm:spPr/>
      <dgm:t>
        <a:bodyPr/>
        <a:lstStyle/>
        <a:p>
          <a:pPr latinLnBrk="1"/>
          <a:r>
            <a:rPr lang="ko-KR" altLang="en-US" dirty="0"/>
            <a:t>전화</a:t>
          </a:r>
          <a:r>
            <a:rPr lang="en-US" altLang="ko-KR" dirty="0"/>
            <a:t>, </a:t>
          </a:r>
          <a:r>
            <a:rPr lang="ko-KR" altLang="en-US" dirty="0"/>
            <a:t>문자 중심 협업 문제</a:t>
          </a:r>
        </a:p>
      </dgm:t>
    </dgm:pt>
    <dgm:pt modelId="{D67791E3-5C36-4A14-AF61-196970F69B4A}" type="parTrans" cxnId="{6FCAEA71-0F88-4FFA-BF82-3C4F3491B490}">
      <dgm:prSet/>
      <dgm:spPr/>
      <dgm:t>
        <a:bodyPr/>
        <a:lstStyle/>
        <a:p>
          <a:pPr latinLnBrk="1"/>
          <a:endParaRPr lang="ko-KR" altLang="en-US"/>
        </a:p>
      </dgm:t>
    </dgm:pt>
    <dgm:pt modelId="{CA731674-2695-41C1-88A8-9F9C8FCD558A}" type="sibTrans" cxnId="{6FCAEA71-0F88-4FFA-BF82-3C4F3491B490}">
      <dgm:prSet/>
      <dgm:spPr/>
      <dgm:t>
        <a:bodyPr/>
        <a:lstStyle/>
        <a:p>
          <a:pPr latinLnBrk="1"/>
          <a:endParaRPr lang="ko-KR" altLang="en-US"/>
        </a:p>
      </dgm:t>
    </dgm:pt>
    <dgm:pt modelId="{D724B55C-8DAB-48CB-A6CA-7C88D2CBE875}">
      <dgm:prSet phldrT="[텍스트]"/>
      <dgm:spPr/>
      <dgm:t>
        <a:bodyPr/>
        <a:lstStyle/>
        <a:p>
          <a:pPr latinLnBrk="1"/>
          <a:r>
            <a:rPr lang="ko-KR" altLang="en-US" dirty="0"/>
            <a:t>개선 필요성</a:t>
          </a:r>
        </a:p>
      </dgm:t>
    </dgm:pt>
    <dgm:pt modelId="{D9247F0E-05AA-40F1-9057-AC5181783787}" type="parTrans" cxnId="{784DE956-B868-4E3C-9DCA-1A81737F9401}">
      <dgm:prSet/>
      <dgm:spPr/>
      <dgm:t>
        <a:bodyPr/>
        <a:lstStyle/>
        <a:p>
          <a:pPr latinLnBrk="1"/>
          <a:endParaRPr lang="ko-KR" altLang="en-US"/>
        </a:p>
      </dgm:t>
    </dgm:pt>
    <dgm:pt modelId="{0E6806BE-E93F-4EF0-808C-CDD748A8C2FA}" type="sibTrans" cxnId="{784DE956-B868-4E3C-9DCA-1A81737F9401}">
      <dgm:prSet/>
      <dgm:spPr/>
      <dgm:t>
        <a:bodyPr/>
        <a:lstStyle/>
        <a:p>
          <a:pPr latinLnBrk="1"/>
          <a:endParaRPr lang="ko-KR" altLang="en-US"/>
        </a:p>
      </dgm:t>
    </dgm:pt>
    <dgm:pt modelId="{24F47A0F-C123-41B8-9C19-FCACE36D3FDE}" type="pres">
      <dgm:prSet presAssocID="{A8DA8D42-95C6-4F32-8F12-CFA2261A830A}" presName="linear" presStyleCnt="0">
        <dgm:presLayoutVars>
          <dgm:dir/>
          <dgm:animLvl val="lvl"/>
          <dgm:resizeHandles val="exact"/>
        </dgm:presLayoutVars>
      </dgm:prSet>
      <dgm:spPr/>
    </dgm:pt>
    <dgm:pt modelId="{65E63F34-75D5-4A23-8FD9-CC44AF411403}" type="pres">
      <dgm:prSet presAssocID="{2378CEE9-DE77-4CB9-88F1-86E46B3F7D5F}" presName="parentLin" presStyleCnt="0"/>
      <dgm:spPr/>
    </dgm:pt>
    <dgm:pt modelId="{A200EB46-DCC8-4A82-B9AA-4F940D199FD4}" type="pres">
      <dgm:prSet presAssocID="{2378CEE9-DE77-4CB9-88F1-86E46B3F7D5F}" presName="parentLeftMargin" presStyleLbl="node1" presStyleIdx="0" presStyleCnt="3"/>
      <dgm:spPr/>
    </dgm:pt>
    <dgm:pt modelId="{C23DB166-BBEE-4936-893E-6702F4A923EC}" type="pres">
      <dgm:prSet presAssocID="{2378CEE9-DE77-4CB9-88F1-86E46B3F7D5F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2980B3A-B39A-4362-A25B-53E98435D6E8}" type="pres">
      <dgm:prSet presAssocID="{2378CEE9-DE77-4CB9-88F1-86E46B3F7D5F}" presName="negativeSpace" presStyleCnt="0"/>
      <dgm:spPr/>
    </dgm:pt>
    <dgm:pt modelId="{13BF0C15-B4BB-4B8A-A489-22BCBAA5057F}" type="pres">
      <dgm:prSet presAssocID="{2378CEE9-DE77-4CB9-88F1-86E46B3F7D5F}" presName="childText" presStyleLbl="conFgAcc1" presStyleIdx="0" presStyleCnt="3">
        <dgm:presLayoutVars>
          <dgm:bulletEnabled val="1"/>
        </dgm:presLayoutVars>
      </dgm:prSet>
      <dgm:spPr/>
    </dgm:pt>
    <dgm:pt modelId="{DA68F550-0FED-46FE-AF0C-CA1B73FFDFC9}" type="pres">
      <dgm:prSet presAssocID="{473DDFC9-B441-4A44-BCE8-C44436C3224F}" presName="spaceBetweenRectangles" presStyleCnt="0"/>
      <dgm:spPr/>
    </dgm:pt>
    <dgm:pt modelId="{92BDE131-C9A1-444C-BB3F-2BB7534C327B}" type="pres">
      <dgm:prSet presAssocID="{97AC7084-E6B9-4A42-92EC-A6B740F72432}" presName="parentLin" presStyleCnt="0"/>
      <dgm:spPr/>
    </dgm:pt>
    <dgm:pt modelId="{E6B376B4-F634-4DD7-A45C-2A577A9F12C8}" type="pres">
      <dgm:prSet presAssocID="{97AC7084-E6B9-4A42-92EC-A6B740F72432}" presName="parentLeftMargin" presStyleLbl="node1" presStyleIdx="0" presStyleCnt="3"/>
      <dgm:spPr/>
    </dgm:pt>
    <dgm:pt modelId="{2B27F47E-CB8F-4DBA-9214-0AB3938F0706}" type="pres">
      <dgm:prSet presAssocID="{97AC7084-E6B9-4A42-92EC-A6B740F7243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25D878F-6AA9-4546-865F-800120BB5BC9}" type="pres">
      <dgm:prSet presAssocID="{97AC7084-E6B9-4A42-92EC-A6B740F72432}" presName="negativeSpace" presStyleCnt="0"/>
      <dgm:spPr/>
    </dgm:pt>
    <dgm:pt modelId="{B7EF995D-6D5F-4454-A0C9-444551D8D7D0}" type="pres">
      <dgm:prSet presAssocID="{97AC7084-E6B9-4A42-92EC-A6B740F72432}" presName="childText" presStyleLbl="conFgAcc1" presStyleIdx="1" presStyleCnt="3">
        <dgm:presLayoutVars>
          <dgm:bulletEnabled val="1"/>
        </dgm:presLayoutVars>
      </dgm:prSet>
      <dgm:spPr/>
    </dgm:pt>
    <dgm:pt modelId="{650171E1-A66D-4D84-A8AD-AADB325BC733}" type="pres">
      <dgm:prSet presAssocID="{CA731674-2695-41C1-88A8-9F9C8FCD558A}" presName="spaceBetweenRectangles" presStyleCnt="0"/>
      <dgm:spPr/>
    </dgm:pt>
    <dgm:pt modelId="{1284C153-B0E5-4CF0-BA2B-E4755B1C385E}" type="pres">
      <dgm:prSet presAssocID="{D724B55C-8DAB-48CB-A6CA-7C88D2CBE875}" presName="parentLin" presStyleCnt="0"/>
      <dgm:spPr/>
    </dgm:pt>
    <dgm:pt modelId="{8B5985B3-DCBE-499E-9A65-140AA16650CD}" type="pres">
      <dgm:prSet presAssocID="{D724B55C-8DAB-48CB-A6CA-7C88D2CBE875}" presName="parentLeftMargin" presStyleLbl="node1" presStyleIdx="1" presStyleCnt="3"/>
      <dgm:spPr/>
    </dgm:pt>
    <dgm:pt modelId="{ABB94BA3-072E-4B7E-AE97-724E5CF8A978}" type="pres">
      <dgm:prSet presAssocID="{D724B55C-8DAB-48CB-A6CA-7C88D2CBE87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C6B86B9E-4960-4595-B416-BDD595DAD391}" type="pres">
      <dgm:prSet presAssocID="{D724B55C-8DAB-48CB-A6CA-7C88D2CBE875}" presName="negativeSpace" presStyleCnt="0"/>
      <dgm:spPr/>
    </dgm:pt>
    <dgm:pt modelId="{F333FA12-C875-4BCD-A0AD-BA91AA33F98E}" type="pres">
      <dgm:prSet presAssocID="{D724B55C-8DAB-48CB-A6CA-7C88D2CBE875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3132E04-4DE2-4C3C-9DF8-1245D2AFDCB5}" type="presOf" srcId="{A8DA8D42-95C6-4F32-8F12-CFA2261A830A}" destId="{24F47A0F-C123-41B8-9C19-FCACE36D3FDE}" srcOrd="0" destOrd="0" presId="urn:microsoft.com/office/officeart/2005/8/layout/list1"/>
    <dgm:cxn modelId="{2644D244-CF0C-4378-B317-EEA75DCF4EBE}" type="presOf" srcId="{2378CEE9-DE77-4CB9-88F1-86E46B3F7D5F}" destId="{C23DB166-BBEE-4936-893E-6702F4A923EC}" srcOrd="1" destOrd="0" presId="urn:microsoft.com/office/officeart/2005/8/layout/list1"/>
    <dgm:cxn modelId="{0131DD6D-60B6-4E68-97F3-17206466DEB6}" type="presOf" srcId="{D724B55C-8DAB-48CB-A6CA-7C88D2CBE875}" destId="{ABB94BA3-072E-4B7E-AE97-724E5CF8A978}" srcOrd="1" destOrd="0" presId="urn:microsoft.com/office/officeart/2005/8/layout/list1"/>
    <dgm:cxn modelId="{6FCAEA71-0F88-4FFA-BF82-3C4F3491B490}" srcId="{A8DA8D42-95C6-4F32-8F12-CFA2261A830A}" destId="{97AC7084-E6B9-4A42-92EC-A6B740F72432}" srcOrd="1" destOrd="0" parTransId="{D67791E3-5C36-4A14-AF61-196970F69B4A}" sibTransId="{CA731674-2695-41C1-88A8-9F9C8FCD558A}"/>
    <dgm:cxn modelId="{784DE956-B868-4E3C-9DCA-1A81737F9401}" srcId="{A8DA8D42-95C6-4F32-8F12-CFA2261A830A}" destId="{D724B55C-8DAB-48CB-A6CA-7C88D2CBE875}" srcOrd="2" destOrd="0" parTransId="{D9247F0E-05AA-40F1-9057-AC5181783787}" sibTransId="{0E6806BE-E93F-4EF0-808C-CDD748A8C2FA}"/>
    <dgm:cxn modelId="{09C50589-E0C4-4496-9CD4-420EDF09BCFF}" type="presOf" srcId="{2378CEE9-DE77-4CB9-88F1-86E46B3F7D5F}" destId="{A200EB46-DCC8-4A82-B9AA-4F940D199FD4}" srcOrd="0" destOrd="0" presId="urn:microsoft.com/office/officeart/2005/8/layout/list1"/>
    <dgm:cxn modelId="{C1C4439F-4FED-42B3-9E39-84B7F9B9E05F}" type="presOf" srcId="{D724B55C-8DAB-48CB-A6CA-7C88D2CBE875}" destId="{8B5985B3-DCBE-499E-9A65-140AA16650CD}" srcOrd="0" destOrd="0" presId="urn:microsoft.com/office/officeart/2005/8/layout/list1"/>
    <dgm:cxn modelId="{304BBEA2-4637-4190-8A06-2CF6678A666B}" type="presOf" srcId="{97AC7084-E6B9-4A42-92EC-A6B740F72432}" destId="{E6B376B4-F634-4DD7-A45C-2A577A9F12C8}" srcOrd="0" destOrd="0" presId="urn:microsoft.com/office/officeart/2005/8/layout/list1"/>
    <dgm:cxn modelId="{9BF031A7-04C1-4B3A-8690-8EED3A36E672}" type="presOf" srcId="{97AC7084-E6B9-4A42-92EC-A6B740F72432}" destId="{2B27F47E-CB8F-4DBA-9214-0AB3938F0706}" srcOrd="1" destOrd="0" presId="urn:microsoft.com/office/officeart/2005/8/layout/list1"/>
    <dgm:cxn modelId="{4E4CD2F4-54B2-4D44-A7ED-6163EF8CB1B5}" srcId="{A8DA8D42-95C6-4F32-8F12-CFA2261A830A}" destId="{2378CEE9-DE77-4CB9-88F1-86E46B3F7D5F}" srcOrd="0" destOrd="0" parTransId="{A55976F6-17E5-40AE-BEBA-0033E9A33ED6}" sibTransId="{473DDFC9-B441-4A44-BCE8-C44436C3224F}"/>
    <dgm:cxn modelId="{355E814D-995D-48F2-A8BF-73D6B9B7464B}" type="presParOf" srcId="{24F47A0F-C123-41B8-9C19-FCACE36D3FDE}" destId="{65E63F34-75D5-4A23-8FD9-CC44AF411403}" srcOrd="0" destOrd="0" presId="urn:microsoft.com/office/officeart/2005/8/layout/list1"/>
    <dgm:cxn modelId="{7E388B9E-F924-4905-9D60-CC620D175F3F}" type="presParOf" srcId="{65E63F34-75D5-4A23-8FD9-CC44AF411403}" destId="{A200EB46-DCC8-4A82-B9AA-4F940D199FD4}" srcOrd="0" destOrd="0" presId="urn:microsoft.com/office/officeart/2005/8/layout/list1"/>
    <dgm:cxn modelId="{AA76D5B2-46C2-4A5D-B039-BC5B125D8D77}" type="presParOf" srcId="{65E63F34-75D5-4A23-8FD9-CC44AF411403}" destId="{C23DB166-BBEE-4936-893E-6702F4A923EC}" srcOrd="1" destOrd="0" presId="urn:microsoft.com/office/officeart/2005/8/layout/list1"/>
    <dgm:cxn modelId="{0C55C759-6D9D-4790-A0EB-988153239445}" type="presParOf" srcId="{24F47A0F-C123-41B8-9C19-FCACE36D3FDE}" destId="{02980B3A-B39A-4362-A25B-53E98435D6E8}" srcOrd="1" destOrd="0" presId="urn:microsoft.com/office/officeart/2005/8/layout/list1"/>
    <dgm:cxn modelId="{0A1A7E98-0767-4305-BF7F-462EE89611EC}" type="presParOf" srcId="{24F47A0F-C123-41B8-9C19-FCACE36D3FDE}" destId="{13BF0C15-B4BB-4B8A-A489-22BCBAA5057F}" srcOrd="2" destOrd="0" presId="urn:microsoft.com/office/officeart/2005/8/layout/list1"/>
    <dgm:cxn modelId="{7C53BFDA-C13D-42FE-BCD9-38203BBC162E}" type="presParOf" srcId="{24F47A0F-C123-41B8-9C19-FCACE36D3FDE}" destId="{DA68F550-0FED-46FE-AF0C-CA1B73FFDFC9}" srcOrd="3" destOrd="0" presId="urn:microsoft.com/office/officeart/2005/8/layout/list1"/>
    <dgm:cxn modelId="{E1505827-9909-449A-BFBC-907CC967FEE2}" type="presParOf" srcId="{24F47A0F-C123-41B8-9C19-FCACE36D3FDE}" destId="{92BDE131-C9A1-444C-BB3F-2BB7534C327B}" srcOrd="4" destOrd="0" presId="urn:microsoft.com/office/officeart/2005/8/layout/list1"/>
    <dgm:cxn modelId="{27CCB567-E428-47EF-8715-620A1B853911}" type="presParOf" srcId="{92BDE131-C9A1-444C-BB3F-2BB7534C327B}" destId="{E6B376B4-F634-4DD7-A45C-2A577A9F12C8}" srcOrd="0" destOrd="0" presId="urn:microsoft.com/office/officeart/2005/8/layout/list1"/>
    <dgm:cxn modelId="{5A2B67B7-CAA2-40CF-8F57-598013A4BD08}" type="presParOf" srcId="{92BDE131-C9A1-444C-BB3F-2BB7534C327B}" destId="{2B27F47E-CB8F-4DBA-9214-0AB3938F0706}" srcOrd="1" destOrd="0" presId="urn:microsoft.com/office/officeart/2005/8/layout/list1"/>
    <dgm:cxn modelId="{BBD44D50-058B-49F7-848A-8443D696CCF4}" type="presParOf" srcId="{24F47A0F-C123-41B8-9C19-FCACE36D3FDE}" destId="{625D878F-6AA9-4546-865F-800120BB5BC9}" srcOrd="5" destOrd="0" presId="urn:microsoft.com/office/officeart/2005/8/layout/list1"/>
    <dgm:cxn modelId="{82D726C5-BCB2-4D16-9B54-CFDA07BA0E1B}" type="presParOf" srcId="{24F47A0F-C123-41B8-9C19-FCACE36D3FDE}" destId="{B7EF995D-6D5F-4454-A0C9-444551D8D7D0}" srcOrd="6" destOrd="0" presId="urn:microsoft.com/office/officeart/2005/8/layout/list1"/>
    <dgm:cxn modelId="{261CFFE3-CE40-4AD0-91AE-C2087DA9132F}" type="presParOf" srcId="{24F47A0F-C123-41B8-9C19-FCACE36D3FDE}" destId="{650171E1-A66D-4D84-A8AD-AADB325BC733}" srcOrd="7" destOrd="0" presId="urn:microsoft.com/office/officeart/2005/8/layout/list1"/>
    <dgm:cxn modelId="{6BD94C8F-2A12-4B85-896C-7A0F9AB7D156}" type="presParOf" srcId="{24F47A0F-C123-41B8-9C19-FCACE36D3FDE}" destId="{1284C153-B0E5-4CF0-BA2B-E4755B1C385E}" srcOrd="8" destOrd="0" presId="urn:microsoft.com/office/officeart/2005/8/layout/list1"/>
    <dgm:cxn modelId="{0EAC2B26-EED4-4513-A482-E86F12417509}" type="presParOf" srcId="{1284C153-B0E5-4CF0-BA2B-E4755B1C385E}" destId="{8B5985B3-DCBE-499E-9A65-140AA16650CD}" srcOrd="0" destOrd="0" presId="urn:microsoft.com/office/officeart/2005/8/layout/list1"/>
    <dgm:cxn modelId="{3A18DB07-6075-43BB-AAF9-016D4BE73A0C}" type="presParOf" srcId="{1284C153-B0E5-4CF0-BA2B-E4755B1C385E}" destId="{ABB94BA3-072E-4B7E-AE97-724E5CF8A978}" srcOrd="1" destOrd="0" presId="urn:microsoft.com/office/officeart/2005/8/layout/list1"/>
    <dgm:cxn modelId="{7B925020-3D4A-474F-B92D-B643FD1828A7}" type="presParOf" srcId="{24F47A0F-C123-41B8-9C19-FCACE36D3FDE}" destId="{C6B86B9E-4960-4595-B416-BDD595DAD391}" srcOrd="9" destOrd="0" presId="urn:microsoft.com/office/officeart/2005/8/layout/list1"/>
    <dgm:cxn modelId="{87671369-F0F7-4C07-8357-385266B8883C}" type="presParOf" srcId="{24F47A0F-C123-41B8-9C19-FCACE36D3FDE}" destId="{F333FA12-C875-4BCD-A0AD-BA91AA33F98E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6941C2-6021-4C71-837C-225EEF7D3D4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D457A5F-3300-4232-B5E4-E51CDC26DFB3}">
      <dgm:prSet phldrT="[텍스트]"/>
      <dgm:spPr/>
      <dgm:t>
        <a:bodyPr/>
        <a:lstStyle/>
        <a:p>
          <a:pPr latinLnBrk="1"/>
          <a:r>
            <a:rPr lang="en-US" altLang="ko-KR" dirty="0"/>
            <a:t>QI</a:t>
          </a:r>
          <a:r>
            <a:rPr lang="ko-KR" altLang="en-US" dirty="0"/>
            <a:t>협업 개선 프로젝트</a:t>
          </a:r>
        </a:p>
      </dgm:t>
    </dgm:pt>
    <dgm:pt modelId="{5EF59FCE-0954-4132-9AA9-27B15411E538}" type="parTrans" cxnId="{B4624FED-B19C-4B34-B2F0-20CC5C7E1A22}">
      <dgm:prSet/>
      <dgm:spPr/>
      <dgm:t>
        <a:bodyPr/>
        <a:lstStyle/>
        <a:p>
          <a:pPr latinLnBrk="1"/>
          <a:endParaRPr lang="ko-KR" altLang="en-US"/>
        </a:p>
      </dgm:t>
    </dgm:pt>
    <dgm:pt modelId="{C6CFBAD4-39B0-4B36-9E67-81D67DBF80D2}" type="sibTrans" cxnId="{B4624FED-B19C-4B34-B2F0-20CC5C7E1A22}">
      <dgm:prSet/>
      <dgm:spPr/>
      <dgm:t>
        <a:bodyPr/>
        <a:lstStyle/>
        <a:p>
          <a:pPr latinLnBrk="1"/>
          <a:endParaRPr lang="ko-KR" altLang="en-US"/>
        </a:p>
      </dgm:t>
    </dgm:pt>
    <dgm:pt modelId="{D2951337-5017-4405-B27F-73CCC89E8E99}">
      <dgm:prSet phldrT="[텍스트]"/>
      <dgm:spPr/>
      <dgm:t>
        <a:bodyPr/>
        <a:lstStyle/>
        <a:p>
          <a:pPr latinLnBrk="1"/>
          <a:r>
            <a:rPr lang="ko-KR" altLang="en-US" dirty="0"/>
            <a:t>협업 운영 목표</a:t>
          </a:r>
        </a:p>
      </dgm:t>
    </dgm:pt>
    <dgm:pt modelId="{F6829DFE-DA53-495C-BDEC-19C2FBB4649F}" type="parTrans" cxnId="{B58EAF51-19A8-4530-AD83-DF80BF245F94}">
      <dgm:prSet/>
      <dgm:spPr/>
      <dgm:t>
        <a:bodyPr/>
        <a:lstStyle/>
        <a:p>
          <a:pPr latinLnBrk="1"/>
          <a:endParaRPr lang="ko-KR" altLang="en-US"/>
        </a:p>
      </dgm:t>
    </dgm:pt>
    <dgm:pt modelId="{57260CE0-223C-4CBF-9FD6-4337E8D5A4B9}" type="sibTrans" cxnId="{B58EAF51-19A8-4530-AD83-DF80BF245F94}">
      <dgm:prSet/>
      <dgm:spPr/>
      <dgm:t>
        <a:bodyPr/>
        <a:lstStyle/>
        <a:p>
          <a:pPr latinLnBrk="1"/>
          <a:endParaRPr lang="ko-KR" altLang="en-US"/>
        </a:p>
      </dgm:t>
    </dgm:pt>
    <dgm:pt modelId="{9EF2A35F-C700-45D6-A4BD-794A7D3937AB}">
      <dgm:prSet phldrT="[텍스트]"/>
      <dgm:spPr/>
      <dgm:t>
        <a:bodyPr/>
        <a:lstStyle/>
        <a:p>
          <a:pPr latinLnBrk="1"/>
          <a:r>
            <a:rPr lang="ko-KR" altLang="en-US" dirty="0"/>
            <a:t>협업 시스템 개요</a:t>
          </a:r>
        </a:p>
      </dgm:t>
    </dgm:pt>
    <dgm:pt modelId="{14E385A4-4C00-44C6-B8A5-E930DDA97590}" type="parTrans" cxnId="{539CDEAE-9455-4739-B52D-7C8D496C07C3}">
      <dgm:prSet/>
      <dgm:spPr/>
      <dgm:t>
        <a:bodyPr/>
        <a:lstStyle/>
        <a:p>
          <a:pPr latinLnBrk="1"/>
          <a:endParaRPr lang="ko-KR" altLang="en-US"/>
        </a:p>
      </dgm:t>
    </dgm:pt>
    <dgm:pt modelId="{9285A50B-CA5B-427A-AE39-0D946D31DAE0}" type="sibTrans" cxnId="{539CDEAE-9455-4739-B52D-7C8D496C07C3}">
      <dgm:prSet/>
      <dgm:spPr/>
      <dgm:t>
        <a:bodyPr/>
        <a:lstStyle/>
        <a:p>
          <a:pPr latinLnBrk="1"/>
          <a:endParaRPr lang="ko-KR" altLang="en-US"/>
        </a:p>
      </dgm:t>
    </dgm:pt>
    <dgm:pt modelId="{77B6FE46-34F9-438B-9733-BB6B6C97D8E5}" type="pres">
      <dgm:prSet presAssocID="{FF6941C2-6021-4C71-837C-225EEF7D3D45}" presName="linear" presStyleCnt="0">
        <dgm:presLayoutVars>
          <dgm:dir/>
          <dgm:animLvl val="lvl"/>
          <dgm:resizeHandles val="exact"/>
        </dgm:presLayoutVars>
      </dgm:prSet>
      <dgm:spPr/>
    </dgm:pt>
    <dgm:pt modelId="{470CE49E-1222-451A-A6B1-F0943A188BE1}" type="pres">
      <dgm:prSet presAssocID="{0D457A5F-3300-4232-B5E4-E51CDC26DFB3}" presName="parentLin" presStyleCnt="0"/>
      <dgm:spPr/>
    </dgm:pt>
    <dgm:pt modelId="{7C25840E-7330-4DAA-B83F-1000073AA8F5}" type="pres">
      <dgm:prSet presAssocID="{0D457A5F-3300-4232-B5E4-E51CDC26DFB3}" presName="parentLeftMargin" presStyleLbl="node1" presStyleIdx="0" presStyleCnt="3"/>
      <dgm:spPr/>
    </dgm:pt>
    <dgm:pt modelId="{DA8E4D35-F7D0-43C6-B60F-34C1F08E6B8B}" type="pres">
      <dgm:prSet presAssocID="{0D457A5F-3300-4232-B5E4-E51CDC26DFB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AE0B0E6-F95D-4B6C-99ED-A23476CD0F50}" type="pres">
      <dgm:prSet presAssocID="{0D457A5F-3300-4232-B5E4-E51CDC26DFB3}" presName="negativeSpace" presStyleCnt="0"/>
      <dgm:spPr/>
    </dgm:pt>
    <dgm:pt modelId="{038C1CCD-79D0-4A44-8D1B-827D86C39BBC}" type="pres">
      <dgm:prSet presAssocID="{0D457A5F-3300-4232-B5E4-E51CDC26DFB3}" presName="childText" presStyleLbl="conFgAcc1" presStyleIdx="0" presStyleCnt="3">
        <dgm:presLayoutVars>
          <dgm:bulletEnabled val="1"/>
        </dgm:presLayoutVars>
      </dgm:prSet>
      <dgm:spPr/>
    </dgm:pt>
    <dgm:pt modelId="{CE5F18A6-23A9-4274-82A8-6EC112CEE1FB}" type="pres">
      <dgm:prSet presAssocID="{C6CFBAD4-39B0-4B36-9E67-81D67DBF80D2}" presName="spaceBetweenRectangles" presStyleCnt="0"/>
      <dgm:spPr/>
    </dgm:pt>
    <dgm:pt modelId="{3546291D-4F6B-4C76-84C2-F32B1DF168EA}" type="pres">
      <dgm:prSet presAssocID="{D2951337-5017-4405-B27F-73CCC89E8E99}" presName="parentLin" presStyleCnt="0"/>
      <dgm:spPr/>
    </dgm:pt>
    <dgm:pt modelId="{18B7F70E-2E09-4A11-908B-77E95CDBEC50}" type="pres">
      <dgm:prSet presAssocID="{D2951337-5017-4405-B27F-73CCC89E8E99}" presName="parentLeftMargin" presStyleLbl="node1" presStyleIdx="0" presStyleCnt="3"/>
      <dgm:spPr/>
    </dgm:pt>
    <dgm:pt modelId="{FCAA2036-7315-4088-8C42-F89F2393D956}" type="pres">
      <dgm:prSet presAssocID="{D2951337-5017-4405-B27F-73CCC89E8E9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6BF680-49B2-4914-9841-512F77503D45}" type="pres">
      <dgm:prSet presAssocID="{D2951337-5017-4405-B27F-73CCC89E8E99}" presName="negativeSpace" presStyleCnt="0"/>
      <dgm:spPr/>
    </dgm:pt>
    <dgm:pt modelId="{AFFBBEEB-3563-47B2-8313-5A52D2B18EAF}" type="pres">
      <dgm:prSet presAssocID="{D2951337-5017-4405-B27F-73CCC89E8E99}" presName="childText" presStyleLbl="conFgAcc1" presStyleIdx="1" presStyleCnt="3">
        <dgm:presLayoutVars>
          <dgm:bulletEnabled val="1"/>
        </dgm:presLayoutVars>
      </dgm:prSet>
      <dgm:spPr/>
    </dgm:pt>
    <dgm:pt modelId="{965B1339-24ED-4A1B-9D0E-A8F8B4073EEF}" type="pres">
      <dgm:prSet presAssocID="{57260CE0-223C-4CBF-9FD6-4337E8D5A4B9}" presName="spaceBetweenRectangles" presStyleCnt="0"/>
      <dgm:spPr/>
    </dgm:pt>
    <dgm:pt modelId="{24DD699F-8862-4A2D-9BCF-EEC703FA73D7}" type="pres">
      <dgm:prSet presAssocID="{9EF2A35F-C700-45D6-A4BD-794A7D3937AB}" presName="parentLin" presStyleCnt="0"/>
      <dgm:spPr/>
    </dgm:pt>
    <dgm:pt modelId="{2F435A0D-685C-435F-99FD-D9A7F27F6726}" type="pres">
      <dgm:prSet presAssocID="{9EF2A35F-C700-45D6-A4BD-794A7D3937AB}" presName="parentLeftMargin" presStyleLbl="node1" presStyleIdx="1" presStyleCnt="3"/>
      <dgm:spPr/>
    </dgm:pt>
    <dgm:pt modelId="{3EE1351F-9664-49ED-A0E3-39CCC0D6B1AF}" type="pres">
      <dgm:prSet presAssocID="{9EF2A35F-C700-45D6-A4BD-794A7D3937AB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5B2C218-3DFF-480D-B022-D8DB120CC9FE}" type="pres">
      <dgm:prSet presAssocID="{9EF2A35F-C700-45D6-A4BD-794A7D3937AB}" presName="negativeSpace" presStyleCnt="0"/>
      <dgm:spPr/>
    </dgm:pt>
    <dgm:pt modelId="{3ED73B04-F469-47AF-8F97-F194EE3DB7F2}" type="pres">
      <dgm:prSet presAssocID="{9EF2A35F-C700-45D6-A4BD-794A7D3937AB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E0A7CE19-7177-4D66-B582-7EA3DB71F020}" type="presOf" srcId="{0D457A5F-3300-4232-B5E4-E51CDC26DFB3}" destId="{DA8E4D35-F7D0-43C6-B60F-34C1F08E6B8B}" srcOrd="1" destOrd="0" presId="urn:microsoft.com/office/officeart/2005/8/layout/list1"/>
    <dgm:cxn modelId="{7A4EE749-8CF1-47A9-AA01-7E8665E192B3}" type="presOf" srcId="{FF6941C2-6021-4C71-837C-225EEF7D3D45}" destId="{77B6FE46-34F9-438B-9733-BB6B6C97D8E5}" srcOrd="0" destOrd="0" presId="urn:microsoft.com/office/officeart/2005/8/layout/list1"/>
    <dgm:cxn modelId="{B58EAF51-19A8-4530-AD83-DF80BF245F94}" srcId="{FF6941C2-6021-4C71-837C-225EEF7D3D45}" destId="{D2951337-5017-4405-B27F-73CCC89E8E99}" srcOrd="1" destOrd="0" parTransId="{F6829DFE-DA53-495C-BDEC-19C2FBB4649F}" sibTransId="{57260CE0-223C-4CBF-9FD6-4337E8D5A4B9}"/>
    <dgm:cxn modelId="{8769227A-0AD9-4540-B54B-711850DC17AB}" type="presOf" srcId="{0D457A5F-3300-4232-B5E4-E51CDC26DFB3}" destId="{7C25840E-7330-4DAA-B83F-1000073AA8F5}" srcOrd="0" destOrd="0" presId="urn:microsoft.com/office/officeart/2005/8/layout/list1"/>
    <dgm:cxn modelId="{446B7092-44CF-47F4-B37D-02B3833C0852}" type="presOf" srcId="{D2951337-5017-4405-B27F-73CCC89E8E99}" destId="{FCAA2036-7315-4088-8C42-F89F2393D956}" srcOrd="1" destOrd="0" presId="urn:microsoft.com/office/officeart/2005/8/layout/list1"/>
    <dgm:cxn modelId="{539CDEAE-9455-4739-B52D-7C8D496C07C3}" srcId="{FF6941C2-6021-4C71-837C-225EEF7D3D45}" destId="{9EF2A35F-C700-45D6-A4BD-794A7D3937AB}" srcOrd="2" destOrd="0" parTransId="{14E385A4-4C00-44C6-B8A5-E930DDA97590}" sibTransId="{9285A50B-CA5B-427A-AE39-0D946D31DAE0}"/>
    <dgm:cxn modelId="{4370ACBD-2A47-4DED-B0FB-73A7D4BBB46D}" type="presOf" srcId="{9EF2A35F-C700-45D6-A4BD-794A7D3937AB}" destId="{2F435A0D-685C-435F-99FD-D9A7F27F6726}" srcOrd="0" destOrd="0" presId="urn:microsoft.com/office/officeart/2005/8/layout/list1"/>
    <dgm:cxn modelId="{E29E90CA-99C4-46A2-AC42-58B60806DFE6}" type="presOf" srcId="{D2951337-5017-4405-B27F-73CCC89E8E99}" destId="{18B7F70E-2E09-4A11-908B-77E95CDBEC50}" srcOrd="0" destOrd="0" presId="urn:microsoft.com/office/officeart/2005/8/layout/list1"/>
    <dgm:cxn modelId="{F2410EE2-9C3D-49DA-96B0-779206AD4E9B}" type="presOf" srcId="{9EF2A35F-C700-45D6-A4BD-794A7D3937AB}" destId="{3EE1351F-9664-49ED-A0E3-39CCC0D6B1AF}" srcOrd="1" destOrd="0" presId="urn:microsoft.com/office/officeart/2005/8/layout/list1"/>
    <dgm:cxn modelId="{B4624FED-B19C-4B34-B2F0-20CC5C7E1A22}" srcId="{FF6941C2-6021-4C71-837C-225EEF7D3D45}" destId="{0D457A5F-3300-4232-B5E4-E51CDC26DFB3}" srcOrd="0" destOrd="0" parTransId="{5EF59FCE-0954-4132-9AA9-27B15411E538}" sibTransId="{C6CFBAD4-39B0-4B36-9E67-81D67DBF80D2}"/>
    <dgm:cxn modelId="{223BA210-EB0A-46A5-8D82-21E86D5566B0}" type="presParOf" srcId="{77B6FE46-34F9-438B-9733-BB6B6C97D8E5}" destId="{470CE49E-1222-451A-A6B1-F0943A188BE1}" srcOrd="0" destOrd="0" presId="urn:microsoft.com/office/officeart/2005/8/layout/list1"/>
    <dgm:cxn modelId="{E16A05E0-EEA8-42E7-A75E-556A6091026B}" type="presParOf" srcId="{470CE49E-1222-451A-A6B1-F0943A188BE1}" destId="{7C25840E-7330-4DAA-B83F-1000073AA8F5}" srcOrd="0" destOrd="0" presId="urn:microsoft.com/office/officeart/2005/8/layout/list1"/>
    <dgm:cxn modelId="{2898B2DB-ED74-41BA-937D-17B9A288689B}" type="presParOf" srcId="{470CE49E-1222-451A-A6B1-F0943A188BE1}" destId="{DA8E4D35-F7D0-43C6-B60F-34C1F08E6B8B}" srcOrd="1" destOrd="0" presId="urn:microsoft.com/office/officeart/2005/8/layout/list1"/>
    <dgm:cxn modelId="{F70C0CD2-16AE-4373-B03A-A97387EE5B26}" type="presParOf" srcId="{77B6FE46-34F9-438B-9733-BB6B6C97D8E5}" destId="{8AE0B0E6-F95D-4B6C-99ED-A23476CD0F50}" srcOrd="1" destOrd="0" presId="urn:microsoft.com/office/officeart/2005/8/layout/list1"/>
    <dgm:cxn modelId="{C02580D1-5C4C-46E2-8795-18863D3752BF}" type="presParOf" srcId="{77B6FE46-34F9-438B-9733-BB6B6C97D8E5}" destId="{038C1CCD-79D0-4A44-8D1B-827D86C39BBC}" srcOrd="2" destOrd="0" presId="urn:microsoft.com/office/officeart/2005/8/layout/list1"/>
    <dgm:cxn modelId="{AEB68D72-0368-4BD9-A0C1-9F50B1690B72}" type="presParOf" srcId="{77B6FE46-34F9-438B-9733-BB6B6C97D8E5}" destId="{CE5F18A6-23A9-4274-82A8-6EC112CEE1FB}" srcOrd="3" destOrd="0" presId="urn:microsoft.com/office/officeart/2005/8/layout/list1"/>
    <dgm:cxn modelId="{526D0295-707F-4BF2-8499-3A00CBE7D168}" type="presParOf" srcId="{77B6FE46-34F9-438B-9733-BB6B6C97D8E5}" destId="{3546291D-4F6B-4C76-84C2-F32B1DF168EA}" srcOrd="4" destOrd="0" presId="urn:microsoft.com/office/officeart/2005/8/layout/list1"/>
    <dgm:cxn modelId="{E8FCC42B-4D16-456F-97A2-798E7F952AF4}" type="presParOf" srcId="{3546291D-4F6B-4C76-84C2-F32B1DF168EA}" destId="{18B7F70E-2E09-4A11-908B-77E95CDBEC50}" srcOrd="0" destOrd="0" presId="urn:microsoft.com/office/officeart/2005/8/layout/list1"/>
    <dgm:cxn modelId="{3ACD7EAD-AEDA-43EB-B03B-9D525D35C185}" type="presParOf" srcId="{3546291D-4F6B-4C76-84C2-F32B1DF168EA}" destId="{FCAA2036-7315-4088-8C42-F89F2393D956}" srcOrd="1" destOrd="0" presId="urn:microsoft.com/office/officeart/2005/8/layout/list1"/>
    <dgm:cxn modelId="{4FA8D20F-C489-4AE4-A46E-3F4BF0282C28}" type="presParOf" srcId="{77B6FE46-34F9-438B-9733-BB6B6C97D8E5}" destId="{886BF680-49B2-4914-9841-512F77503D45}" srcOrd="5" destOrd="0" presId="urn:microsoft.com/office/officeart/2005/8/layout/list1"/>
    <dgm:cxn modelId="{676F9564-90B6-45B2-904A-48641F55A6F2}" type="presParOf" srcId="{77B6FE46-34F9-438B-9733-BB6B6C97D8E5}" destId="{AFFBBEEB-3563-47B2-8313-5A52D2B18EAF}" srcOrd="6" destOrd="0" presId="urn:microsoft.com/office/officeart/2005/8/layout/list1"/>
    <dgm:cxn modelId="{4C50AF94-CDAF-40A0-8944-DC14B8586BF1}" type="presParOf" srcId="{77B6FE46-34F9-438B-9733-BB6B6C97D8E5}" destId="{965B1339-24ED-4A1B-9D0E-A8F8B4073EEF}" srcOrd="7" destOrd="0" presId="urn:microsoft.com/office/officeart/2005/8/layout/list1"/>
    <dgm:cxn modelId="{FD5884B1-3F4C-44D3-BCFE-35F2CD3319DE}" type="presParOf" srcId="{77B6FE46-34F9-438B-9733-BB6B6C97D8E5}" destId="{24DD699F-8862-4A2D-9BCF-EEC703FA73D7}" srcOrd="8" destOrd="0" presId="urn:microsoft.com/office/officeart/2005/8/layout/list1"/>
    <dgm:cxn modelId="{62841004-9BD8-44ED-BB85-0E4F7CC572CB}" type="presParOf" srcId="{24DD699F-8862-4A2D-9BCF-EEC703FA73D7}" destId="{2F435A0D-685C-435F-99FD-D9A7F27F6726}" srcOrd="0" destOrd="0" presId="urn:microsoft.com/office/officeart/2005/8/layout/list1"/>
    <dgm:cxn modelId="{A73671FB-47C4-424F-9B98-19B44FC1B385}" type="presParOf" srcId="{24DD699F-8862-4A2D-9BCF-EEC703FA73D7}" destId="{3EE1351F-9664-49ED-A0E3-39CCC0D6B1AF}" srcOrd="1" destOrd="0" presId="urn:microsoft.com/office/officeart/2005/8/layout/list1"/>
    <dgm:cxn modelId="{025A1AB4-87D1-417E-B84D-FB0223E3306D}" type="presParOf" srcId="{77B6FE46-34F9-438B-9733-BB6B6C97D8E5}" destId="{45B2C218-3DFF-480D-B022-D8DB120CC9FE}" srcOrd="9" destOrd="0" presId="urn:microsoft.com/office/officeart/2005/8/layout/list1"/>
    <dgm:cxn modelId="{178C23AC-817C-4ACF-BA82-D3FC2A95DCD5}" type="presParOf" srcId="{77B6FE46-34F9-438B-9733-BB6B6C97D8E5}" destId="{3ED73B04-F469-47AF-8F97-F194EE3DB7F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9B17D1-DC7D-4356-8217-41B3242544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779059B2-7823-49F5-9428-D85A2C6C3EB3}">
      <dgm:prSet phldrT="[텍스트]" phldr="0"/>
      <dgm:spPr/>
      <dgm:t>
        <a:bodyPr/>
        <a:lstStyle/>
        <a:p>
          <a:pPr latinLnBrk="1"/>
          <a:r>
            <a:rPr lang="en-US" altLang="ko-KR" dirty="0"/>
            <a:t>A:</a:t>
          </a:r>
          <a:r>
            <a:rPr lang="ko-KR" altLang="en-US" dirty="0"/>
            <a:t>요청 기록</a:t>
          </a:r>
        </a:p>
      </dgm:t>
    </dgm:pt>
    <dgm:pt modelId="{1059B503-97C9-49D8-8E0A-A108872975D7}" type="parTrans" cxnId="{7BD21192-7BEF-4D97-BBB9-8662C77EC46B}">
      <dgm:prSet/>
      <dgm:spPr/>
      <dgm:t>
        <a:bodyPr/>
        <a:lstStyle/>
        <a:p>
          <a:pPr latinLnBrk="1"/>
          <a:endParaRPr lang="ko-KR" altLang="en-US"/>
        </a:p>
      </dgm:t>
    </dgm:pt>
    <dgm:pt modelId="{33846C19-5703-40DB-9431-A7ECDA41AEAB}" type="sibTrans" cxnId="{7BD21192-7BEF-4D97-BBB9-8662C77EC46B}">
      <dgm:prSet/>
      <dgm:spPr/>
      <dgm:t>
        <a:bodyPr/>
        <a:lstStyle/>
        <a:p>
          <a:pPr latinLnBrk="1"/>
          <a:endParaRPr lang="ko-KR" altLang="en-US"/>
        </a:p>
      </dgm:t>
    </dgm:pt>
    <dgm:pt modelId="{E6C8F3AD-45C6-49AB-8ECF-519AC09AA725}">
      <dgm:prSet phldrT="[텍스트]"/>
      <dgm:spPr/>
      <dgm:t>
        <a:bodyPr/>
        <a:lstStyle/>
        <a:p>
          <a:pPr latinLnBrk="1"/>
          <a:r>
            <a:rPr lang="en-US" altLang="ko-KR" dirty="0"/>
            <a:t>C:</a:t>
          </a:r>
          <a:r>
            <a:rPr lang="ko-KR" altLang="en-US" dirty="0"/>
            <a:t>지연 보호</a:t>
          </a:r>
        </a:p>
      </dgm:t>
    </dgm:pt>
    <dgm:pt modelId="{03B23BE0-31CE-4EA3-B4A1-0B7D3E804E11}" type="parTrans" cxnId="{BC02BF74-4DD1-4F05-8FA2-219C7BBD1A60}">
      <dgm:prSet/>
      <dgm:spPr/>
      <dgm:t>
        <a:bodyPr/>
        <a:lstStyle/>
        <a:p>
          <a:pPr latinLnBrk="1"/>
          <a:endParaRPr lang="ko-KR" altLang="en-US"/>
        </a:p>
      </dgm:t>
    </dgm:pt>
    <dgm:pt modelId="{ABFB9290-580A-4819-BAB7-471AA23D18F0}" type="sibTrans" cxnId="{BC02BF74-4DD1-4F05-8FA2-219C7BBD1A60}">
      <dgm:prSet/>
      <dgm:spPr/>
      <dgm:t>
        <a:bodyPr/>
        <a:lstStyle/>
        <a:p>
          <a:pPr latinLnBrk="1"/>
          <a:endParaRPr lang="ko-KR" altLang="en-US"/>
        </a:p>
      </dgm:t>
    </dgm:pt>
    <dgm:pt modelId="{3BF50003-91DB-4C6B-A6AC-6778D18AD0AB}">
      <dgm:prSet phldrT="[텍스트]" phldr="0"/>
      <dgm:spPr/>
      <dgm:t>
        <a:bodyPr/>
        <a:lstStyle/>
        <a:p>
          <a:pPr latinLnBrk="1"/>
          <a:r>
            <a:rPr lang="en-US" altLang="ko-KR" dirty="0"/>
            <a:t>D:</a:t>
          </a:r>
          <a:r>
            <a:rPr lang="ko-KR" altLang="en-US" dirty="0"/>
            <a:t>완료 기록</a:t>
          </a:r>
        </a:p>
      </dgm:t>
    </dgm:pt>
    <dgm:pt modelId="{155805B1-6F57-4888-87F1-46BFE5F408EA}" type="parTrans" cxnId="{272A7877-15FD-4032-A13C-765C1815EDAD}">
      <dgm:prSet/>
      <dgm:spPr/>
      <dgm:t>
        <a:bodyPr/>
        <a:lstStyle/>
        <a:p>
          <a:pPr latinLnBrk="1"/>
          <a:endParaRPr lang="ko-KR" altLang="en-US"/>
        </a:p>
      </dgm:t>
    </dgm:pt>
    <dgm:pt modelId="{54BFF57D-6BBE-4108-8CDC-156F0E1797B4}" type="sibTrans" cxnId="{272A7877-15FD-4032-A13C-765C1815EDAD}">
      <dgm:prSet/>
      <dgm:spPr/>
      <dgm:t>
        <a:bodyPr/>
        <a:lstStyle/>
        <a:p>
          <a:pPr latinLnBrk="1"/>
          <a:endParaRPr lang="ko-KR" altLang="en-US"/>
        </a:p>
      </dgm:t>
    </dgm:pt>
    <dgm:pt modelId="{D5A691F1-5145-4716-80BA-90527958B1FC}" type="pres">
      <dgm:prSet presAssocID="{969B17D1-DC7D-4356-8217-41B32425447B}" presName="CompostProcess" presStyleCnt="0">
        <dgm:presLayoutVars>
          <dgm:dir/>
          <dgm:resizeHandles val="exact"/>
        </dgm:presLayoutVars>
      </dgm:prSet>
      <dgm:spPr/>
    </dgm:pt>
    <dgm:pt modelId="{005AE249-25F3-42D4-B9C9-A6006B264ED7}" type="pres">
      <dgm:prSet presAssocID="{969B17D1-DC7D-4356-8217-41B32425447B}" presName="arrow" presStyleLbl="bgShp" presStyleIdx="0" presStyleCnt="1"/>
      <dgm:spPr/>
    </dgm:pt>
    <dgm:pt modelId="{91DBF1AA-4277-459B-AAB3-AB9F2F86FAC9}" type="pres">
      <dgm:prSet presAssocID="{969B17D1-DC7D-4356-8217-41B32425447B}" presName="linearProcess" presStyleCnt="0"/>
      <dgm:spPr/>
    </dgm:pt>
    <dgm:pt modelId="{CFC839A0-7D67-43ED-8FB3-AD411448DB67}" type="pres">
      <dgm:prSet presAssocID="{779059B2-7823-49F5-9428-D85A2C6C3EB3}" presName="textNode" presStyleLbl="node1" presStyleIdx="0" presStyleCnt="3">
        <dgm:presLayoutVars>
          <dgm:bulletEnabled val="1"/>
        </dgm:presLayoutVars>
      </dgm:prSet>
      <dgm:spPr/>
    </dgm:pt>
    <dgm:pt modelId="{29591A84-59ED-45E7-912F-3F903686960B}" type="pres">
      <dgm:prSet presAssocID="{33846C19-5703-40DB-9431-A7ECDA41AEAB}" presName="sibTrans" presStyleCnt="0"/>
      <dgm:spPr/>
    </dgm:pt>
    <dgm:pt modelId="{276EF6A0-D92A-4691-A6A8-3558AB334C60}" type="pres">
      <dgm:prSet presAssocID="{E6C8F3AD-45C6-49AB-8ECF-519AC09AA725}" presName="textNode" presStyleLbl="node1" presStyleIdx="1" presStyleCnt="3">
        <dgm:presLayoutVars>
          <dgm:bulletEnabled val="1"/>
        </dgm:presLayoutVars>
      </dgm:prSet>
      <dgm:spPr/>
    </dgm:pt>
    <dgm:pt modelId="{072D45CE-3DC1-49E5-803F-8946F3D70C19}" type="pres">
      <dgm:prSet presAssocID="{ABFB9290-580A-4819-BAB7-471AA23D18F0}" presName="sibTrans" presStyleCnt="0"/>
      <dgm:spPr/>
    </dgm:pt>
    <dgm:pt modelId="{1952A144-A32E-44F6-A247-F84C59807EA2}" type="pres">
      <dgm:prSet presAssocID="{3BF50003-91DB-4C6B-A6AC-6778D18AD0AB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384DF61A-7429-4F99-A1C1-2188CC7AC3A6}" type="presOf" srcId="{779059B2-7823-49F5-9428-D85A2C6C3EB3}" destId="{CFC839A0-7D67-43ED-8FB3-AD411448DB67}" srcOrd="0" destOrd="0" presId="urn:microsoft.com/office/officeart/2005/8/layout/hProcess9"/>
    <dgm:cxn modelId="{BC02BF74-4DD1-4F05-8FA2-219C7BBD1A60}" srcId="{969B17D1-DC7D-4356-8217-41B32425447B}" destId="{E6C8F3AD-45C6-49AB-8ECF-519AC09AA725}" srcOrd="1" destOrd="0" parTransId="{03B23BE0-31CE-4EA3-B4A1-0B7D3E804E11}" sibTransId="{ABFB9290-580A-4819-BAB7-471AA23D18F0}"/>
    <dgm:cxn modelId="{272A7877-15FD-4032-A13C-765C1815EDAD}" srcId="{969B17D1-DC7D-4356-8217-41B32425447B}" destId="{3BF50003-91DB-4C6B-A6AC-6778D18AD0AB}" srcOrd="2" destOrd="0" parTransId="{155805B1-6F57-4888-87F1-46BFE5F408EA}" sibTransId="{54BFF57D-6BBE-4108-8CDC-156F0E1797B4}"/>
    <dgm:cxn modelId="{AC03407B-ACAF-47F6-9A9E-7118F1B65C60}" type="presOf" srcId="{3BF50003-91DB-4C6B-A6AC-6778D18AD0AB}" destId="{1952A144-A32E-44F6-A247-F84C59807EA2}" srcOrd="0" destOrd="0" presId="urn:microsoft.com/office/officeart/2005/8/layout/hProcess9"/>
    <dgm:cxn modelId="{7BD21192-7BEF-4D97-BBB9-8662C77EC46B}" srcId="{969B17D1-DC7D-4356-8217-41B32425447B}" destId="{779059B2-7823-49F5-9428-D85A2C6C3EB3}" srcOrd="0" destOrd="0" parTransId="{1059B503-97C9-49D8-8E0A-A108872975D7}" sibTransId="{33846C19-5703-40DB-9431-A7ECDA41AEAB}"/>
    <dgm:cxn modelId="{2E006EAF-BB0A-4D74-A54A-E066A6DC3305}" type="presOf" srcId="{969B17D1-DC7D-4356-8217-41B32425447B}" destId="{D5A691F1-5145-4716-80BA-90527958B1FC}" srcOrd="0" destOrd="0" presId="urn:microsoft.com/office/officeart/2005/8/layout/hProcess9"/>
    <dgm:cxn modelId="{F1FE28BE-152E-49E0-B073-FC523F6719FA}" type="presOf" srcId="{E6C8F3AD-45C6-49AB-8ECF-519AC09AA725}" destId="{276EF6A0-D92A-4691-A6A8-3558AB334C60}" srcOrd="0" destOrd="0" presId="urn:microsoft.com/office/officeart/2005/8/layout/hProcess9"/>
    <dgm:cxn modelId="{F6479E2D-4696-4C6F-9512-24DA2DF0E985}" type="presParOf" srcId="{D5A691F1-5145-4716-80BA-90527958B1FC}" destId="{005AE249-25F3-42D4-B9C9-A6006B264ED7}" srcOrd="0" destOrd="0" presId="urn:microsoft.com/office/officeart/2005/8/layout/hProcess9"/>
    <dgm:cxn modelId="{279DA1BB-9D86-4AEB-8AE9-8FB5449C17B1}" type="presParOf" srcId="{D5A691F1-5145-4716-80BA-90527958B1FC}" destId="{91DBF1AA-4277-459B-AAB3-AB9F2F86FAC9}" srcOrd="1" destOrd="0" presId="urn:microsoft.com/office/officeart/2005/8/layout/hProcess9"/>
    <dgm:cxn modelId="{219598ED-33C8-4888-84E3-8EA4986D1BC4}" type="presParOf" srcId="{91DBF1AA-4277-459B-AAB3-AB9F2F86FAC9}" destId="{CFC839A0-7D67-43ED-8FB3-AD411448DB67}" srcOrd="0" destOrd="0" presId="urn:microsoft.com/office/officeart/2005/8/layout/hProcess9"/>
    <dgm:cxn modelId="{1CAFD211-76E2-44FB-A7D8-F9EB1E748D0D}" type="presParOf" srcId="{91DBF1AA-4277-459B-AAB3-AB9F2F86FAC9}" destId="{29591A84-59ED-45E7-912F-3F903686960B}" srcOrd="1" destOrd="0" presId="urn:microsoft.com/office/officeart/2005/8/layout/hProcess9"/>
    <dgm:cxn modelId="{B33049BA-A527-40EA-B897-4BAD6797504D}" type="presParOf" srcId="{91DBF1AA-4277-459B-AAB3-AB9F2F86FAC9}" destId="{276EF6A0-D92A-4691-A6A8-3558AB334C60}" srcOrd="2" destOrd="0" presId="urn:microsoft.com/office/officeart/2005/8/layout/hProcess9"/>
    <dgm:cxn modelId="{CEF92628-B5C4-41FB-AD4A-4633DD0DF2E7}" type="presParOf" srcId="{91DBF1AA-4277-459B-AAB3-AB9F2F86FAC9}" destId="{072D45CE-3DC1-49E5-803F-8946F3D70C19}" srcOrd="3" destOrd="0" presId="urn:microsoft.com/office/officeart/2005/8/layout/hProcess9"/>
    <dgm:cxn modelId="{6A4CEA6A-4769-494D-9FE9-9EAF4EC3936E}" type="presParOf" srcId="{91DBF1AA-4277-459B-AAB3-AB9F2F86FAC9}" destId="{1952A144-A32E-44F6-A247-F84C59807EA2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DE59BF0-8C5F-4C77-A65C-BA99B9294B9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CA64D9F-F77A-4CB2-BF6F-92C99D2CD43E}">
      <dgm:prSet phldrT="[텍스트]"/>
      <dgm:spPr/>
      <dgm:t>
        <a:bodyPr/>
        <a:lstStyle/>
        <a:p>
          <a:pPr latinLnBrk="1"/>
          <a:r>
            <a:rPr lang="ko-KR" altLang="en-US" dirty="0"/>
            <a:t>협업 처리 흐름</a:t>
          </a:r>
        </a:p>
      </dgm:t>
    </dgm:pt>
    <dgm:pt modelId="{D38F3D90-9C5F-42B8-BEAC-7E3A40F85E7A}" type="parTrans" cxnId="{B471D46A-91A6-4199-BAA6-06C504AEAD1D}">
      <dgm:prSet/>
      <dgm:spPr/>
      <dgm:t>
        <a:bodyPr/>
        <a:lstStyle/>
        <a:p>
          <a:pPr latinLnBrk="1"/>
          <a:endParaRPr lang="ko-KR" altLang="en-US"/>
        </a:p>
      </dgm:t>
    </dgm:pt>
    <dgm:pt modelId="{18B8257D-B3F0-4976-A4F7-45F28B513046}" type="sibTrans" cxnId="{B471D46A-91A6-4199-BAA6-06C504AEAD1D}">
      <dgm:prSet/>
      <dgm:spPr/>
      <dgm:t>
        <a:bodyPr/>
        <a:lstStyle/>
        <a:p>
          <a:pPr latinLnBrk="1"/>
          <a:endParaRPr lang="ko-KR" altLang="en-US"/>
        </a:p>
      </dgm:t>
    </dgm:pt>
    <dgm:pt modelId="{902595AA-7BDC-46A0-A5A7-F3B97A115F55}">
      <dgm:prSet phldrT="[텍스트]" phldr="0"/>
      <dgm:spPr/>
      <dgm:t>
        <a:bodyPr/>
        <a:lstStyle/>
        <a:p>
          <a:pPr latinLnBrk="1"/>
          <a:r>
            <a:rPr lang="en-US" altLang="ko-KR" dirty="0"/>
            <a:t>10/4/12 </a:t>
          </a:r>
          <a:r>
            <a:rPr lang="ko-KR" altLang="en-US" dirty="0"/>
            <a:t>응답 기준</a:t>
          </a:r>
        </a:p>
      </dgm:t>
    </dgm:pt>
    <dgm:pt modelId="{58BCB808-1528-4E4C-907F-600738776F2F}" type="parTrans" cxnId="{1683EDE5-60AD-44BF-A3CD-F769D4E385DC}">
      <dgm:prSet/>
      <dgm:spPr/>
      <dgm:t>
        <a:bodyPr/>
        <a:lstStyle/>
        <a:p>
          <a:pPr latinLnBrk="1"/>
          <a:endParaRPr lang="ko-KR" altLang="en-US"/>
        </a:p>
      </dgm:t>
    </dgm:pt>
    <dgm:pt modelId="{EA4F795A-B3C5-465A-A8D8-3260ED15D60C}" type="sibTrans" cxnId="{1683EDE5-60AD-44BF-A3CD-F769D4E385DC}">
      <dgm:prSet/>
      <dgm:spPr/>
      <dgm:t>
        <a:bodyPr/>
        <a:lstStyle/>
        <a:p>
          <a:pPr latinLnBrk="1"/>
          <a:endParaRPr lang="ko-KR" altLang="en-US"/>
        </a:p>
      </dgm:t>
    </dgm:pt>
    <dgm:pt modelId="{289D1D98-ADF1-4EDA-8943-E28C2A5E7A21}">
      <dgm:prSet phldrT="[텍스트]"/>
      <dgm:spPr/>
      <dgm:t>
        <a:bodyPr/>
        <a:lstStyle/>
        <a:p>
          <a:pPr latinLnBrk="1"/>
          <a:r>
            <a:rPr lang="ko-KR" altLang="en-US" dirty="0"/>
            <a:t>보호 기록 체계</a:t>
          </a:r>
        </a:p>
      </dgm:t>
    </dgm:pt>
    <dgm:pt modelId="{CE1A2411-DAA3-426F-A8AB-D564CC8AD8D9}" type="parTrans" cxnId="{6F04769F-910B-4B62-AC28-1D1104377AA9}">
      <dgm:prSet/>
      <dgm:spPr/>
      <dgm:t>
        <a:bodyPr/>
        <a:lstStyle/>
        <a:p>
          <a:pPr latinLnBrk="1"/>
          <a:endParaRPr lang="ko-KR" altLang="en-US"/>
        </a:p>
      </dgm:t>
    </dgm:pt>
    <dgm:pt modelId="{DE1C6F01-4E9E-488C-B6FE-192F85D476FC}" type="sibTrans" cxnId="{6F04769F-910B-4B62-AC28-1D1104377AA9}">
      <dgm:prSet/>
      <dgm:spPr/>
      <dgm:t>
        <a:bodyPr/>
        <a:lstStyle/>
        <a:p>
          <a:pPr latinLnBrk="1"/>
          <a:endParaRPr lang="ko-KR" altLang="en-US"/>
        </a:p>
      </dgm:t>
    </dgm:pt>
    <dgm:pt modelId="{8C76C502-F1E1-43B6-8AAC-9A55866B134E}" type="pres">
      <dgm:prSet presAssocID="{5DE59BF0-8C5F-4C77-A65C-BA99B9294B96}" presName="Name0" presStyleCnt="0">
        <dgm:presLayoutVars>
          <dgm:chMax val="7"/>
          <dgm:chPref val="7"/>
          <dgm:dir/>
        </dgm:presLayoutVars>
      </dgm:prSet>
      <dgm:spPr/>
    </dgm:pt>
    <dgm:pt modelId="{D33FB168-B33D-408E-A8FE-D6DB351E3E8D}" type="pres">
      <dgm:prSet presAssocID="{5DE59BF0-8C5F-4C77-A65C-BA99B9294B96}" presName="Name1" presStyleCnt="0"/>
      <dgm:spPr/>
    </dgm:pt>
    <dgm:pt modelId="{BBBBF189-485A-4F41-BFDC-43B4E5D350E9}" type="pres">
      <dgm:prSet presAssocID="{5DE59BF0-8C5F-4C77-A65C-BA99B9294B96}" presName="cycle" presStyleCnt="0"/>
      <dgm:spPr/>
    </dgm:pt>
    <dgm:pt modelId="{EA6C941D-420C-425E-AF37-F0CA8C335113}" type="pres">
      <dgm:prSet presAssocID="{5DE59BF0-8C5F-4C77-A65C-BA99B9294B96}" presName="srcNode" presStyleLbl="node1" presStyleIdx="0" presStyleCnt="3"/>
      <dgm:spPr/>
    </dgm:pt>
    <dgm:pt modelId="{0342C5B0-FD51-4716-B80F-31EED1EA2A89}" type="pres">
      <dgm:prSet presAssocID="{5DE59BF0-8C5F-4C77-A65C-BA99B9294B96}" presName="conn" presStyleLbl="parChTrans1D2" presStyleIdx="0" presStyleCnt="1"/>
      <dgm:spPr/>
    </dgm:pt>
    <dgm:pt modelId="{85C791A7-1C8A-4693-A919-E9B82E986C41}" type="pres">
      <dgm:prSet presAssocID="{5DE59BF0-8C5F-4C77-A65C-BA99B9294B96}" presName="extraNode" presStyleLbl="node1" presStyleIdx="0" presStyleCnt="3"/>
      <dgm:spPr/>
    </dgm:pt>
    <dgm:pt modelId="{E214BF7C-0BEE-4E04-9790-5F0BF872C8EB}" type="pres">
      <dgm:prSet presAssocID="{5DE59BF0-8C5F-4C77-A65C-BA99B9294B96}" presName="dstNode" presStyleLbl="node1" presStyleIdx="0" presStyleCnt="3"/>
      <dgm:spPr/>
    </dgm:pt>
    <dgm:pt modelId="{83AFEA90-1026-4CE9-830F-16F5289D9264}" type="pres">
      <dgm:prSet presAssocID="{ECA64D9F-F77A-4CB2-BF6F-92C99D2CD43E}" presName="text_1" presStyleLbl="node1" presStyleIdx="0" presStyleCnt="3">
        <dgm:presLayoutVars>
          <dgm:bulletEnabled val="1"/>
        </dgm:presLayoutVars>
      </dgm:prSet>
      <dgm:spPr/>
    </dgm:pt>
    <dgm:pt modelId="{29BAB6F2-C5A9-4201-8D03-83D97298AB4D}" type="pres">
      <dgm:prSet presAssocID="{ECA64D9F-F77A-4CB2-BF6F-92C99D2CD43E}" presName="accent_1" presStyleCnt="0"/>
      <dgm:spPr/>
    </dgm:pt>
    <dgm:pt modelId="{3F3517E9-43A5-4DDB-9DEC-7D54BCF8D614}" type="pres">
      <dgm:prSet presAssocID="{ECA64D9F-F77A-4CB2-BF6F-92C99D2CD43E}" presName="accentRepeatNode" presStyleLbl="solidFgAcc1" presStyleIdx="0" presStyleCnt="3"/>
      <dgm:spPr/>
    </dgm:pt>
    <dgm:pt modelId="{BF32B2A0-29AF-477C-A6C1-0739246E5005}" type="pres">
      <dgm:prSet presAssocID="{902595AA-7BDC-46A0-A5A7-F3B97A115F55}" presName="text_2" presStyleLbl="node1" presStyleIdx="1" presStyleCnt="3">
        <dgm:presLayoutVars>
          <dgm:bulletEnabled val="1"/>
        </dgm:presLayoutVars>
      </dgm:prSet>
      <dgm:spPr/>
    </dgm:pt>
    <dgm:pt modelId="{DDAA1591-3090-4C20-AAB3-C6440352AC57}" type="pres">
      <dgm:prSet presAssocID="{902595AA-7BDC-46A0-A5A7-F3B97A115F55}" presName="accent_2" presStyleCnt="0"/>
      <dgm:spPr/>
    </dgm:pt>
    <dgm:pt modelId="{7EC50EF5-AC9F-4B52-9632-3AAD233D45AD}" type="pres">
      <dgm:prSet presAssocID="{902595AA-7BDC-46A0-A5A7-F3B97A115F55}" presName="accentRepeatNode" presStyleLbl="solidFgAcc1" presStyleIdx="1" presStyleCnt="3"/>
      <dgm:spPr/>
    </dgm:pt>
    <dgm:pt modelId="{5F185C61-9CB9-4158-88F1-7C562383DEAA}" type="pres">
      <dgm:prSet presAssocID="{289D1D98-ADF1-4EDA-8943-E28C2A5E7A21}" presName="text_3" presStyleLbl="node1" presStyleIdx="2" presStyleCnt="3">
        <dgm:presLayoutVars>
          <dgm:bulletEnabled val="1"/>
        </dgm:presLayoutVars>
      </dgm:prSet>
      <dgm:spPr/>
    </dgm:pt>
    <dgm:pt modelId="{49B3EE63-6039-43D8-9A07-FCBE9D7721E1}" type="pres">
      <dgm:prSet presAssocID="{289D1D98-ADF1-4EDA-8943-E28C2A5E7A21}" presName="accent_3" presStyleCnt="0"/>
      <dgm:spPr/>
    </dgm:pt>
    <dgm:pt modelId="{54EC92B6-FB0E-49A4-B852-CFB28263873C}" type="pres">
      <dgm:prSet presAssocID="{289D1D98-ADF1-4EDA-8943-E28C2A5E7A21}" presName="accentRepeatNode" presStyleLbl="solidFgAcc1" presStyleIdx="2" presStyleCnt="3"/>
      <dgm:spPr/>
    </dgm:pt>
  </dgm:ptLst>
  <dgm:cxnLst>
    <dgm:cxn modelId="{2D2E663E-2964-46C7-8FB0-A748D3E5F21B}" type="presOf" srcId="{289D1D98-ADF1-4EDA-8943-E28C2A5E7A21}" destId="{5F185C61-9CB9-4158-88F1-7C562383DEAA}" srcOrd="0" destOrd="0" presId="urn:microsoft.com/office/officeart/2008/layout/VerticalCurvedList"/>
    <dgm:cxn modelId="{7717A147-8E5E-4B1F-B631-0EC7E73FE799}" type="presOf" srcId="{18B8257D-B3F0-4976-A4F7-45F28B513046}" destId="{0342C5B0-FD51-4716-B80F-31EED1EA2A89}" srcOrd="0" destOrd="0" presId="urn:microsoft.com/office/officeart/2008/layout/VerticalCurvedList"/>
    <dgm:cxn modelId="{B471D46A-91A6-4199-BAA6-06C504AEAD1D}" srcId="{5DE59BF0-8C5F-4C77-A65C-BA99B9294B96}" destId="{ECA64D9F-F77A-4CB2-BF6F-92C99D2CD43E}" srcOrd="0" destOrd="0" parTransId="{D38F3D90-9C5F-42B8-BEAC-7E3A40F85E7A}" sibTransId="{18B8257D-B3F0-4976-A4F7-45F28B513046}"/>
    <dgm:cxn modelId="{D8459E6F-FFDF-4065-B2F6-2C3DC78B6147}" type="presOf" srcId="{5DE59BF0-8C5F-4C77-A65C-BA99B9294B96}" destId="{8C76C502-F1E1-43B6-8AAC-9A55866B134E}" srcOrd="0" destOrd="0" presId="urn:microsoft.com/office/officeart/2008/layout/VerticalCurvedList"/>
    <dgm:cxn modelId="{6F04769F-910B-4B62-AC28-1D1104377AA9}" srcId="{5DE59BF0-8C5F-4C77-A65C-BA99B9294B96}" destId="{289D1D98-ADF1-4EDA-8943-E28C2A5E7A21}" srcOrd="2" destOrd="0" parTransId="{CE1A2411-DAA3-426F-A8AB-D564CC8AD8D9}" sibTransId="{DE1C6F01-4E9E-488C-B6FE-192F85D476FC}"/>
    <dgm:cxn modelId="{F89CADD9-2D5B-48BD-9904-78A75024454B}" type="presOf" srcId="{ECA64D9F-F77A-4CB2-BF6F-92C99D2CD43E}" destId="{83AFEA90-1026-4CE9-830F-16F5289D9264}" srcOrd="0" destOrd="0" presId="urn:microsoft.com/office/officeart/2008/layout/VerticalCurvedList"/>
    <dgm:cxn modelId="{1683EDE5-60AD-44BF-A3CD-F769D4E385DC}" srcId="{5DE59BF0-8C5F-4C77-A65C-BA99B9294B96}" destId="{902595AA-7BDC-46A0-A5A7-F3B97A115F55}" srcOrd="1" destOrd="0" parTransId="{58BCB808-1528-4E4C-907F-600738776F2F}" sibTransId="{EA4F795A-B3C5-465A-A8D8-3260ED15D60C}"/>
    <dgm:cxn modelId="{4BC2E0FC-EC85-49F4-8151-648A0FBC4A9D}" type="presOf" srcId="{902595AA-7BDC-46A0-A5A7-F3B97A115F55}" destId="{BF32B2A0-29AF-477C-A6C1-0739246E5005}" srcOrd="0" destOrd="0" presId="urn:microsoft.com/office/officeart/2008/layout/VerticalCurvedList"/>
    <dgm:cxn modelId="{2706D24B-CD96-40F0-9A26-084A409961FC}" type="presParOf" srcId="{8C76C502-F1E1-43B6-8AAC-9A55866B134E}" destId="{D33FB168-B33D-408E-A8FE-D6DB351E3E8D}" srcOrd="0" destOrd="0" presId="urn:microsoft.com/office/officeart/2008/layout/VerticalCurvedList"/>
    <dgm:cxn modelId="{B912F20C-B007-4023-B06D-ED319D90DD9A}" type="presParOf" srcId="{D33FB168-B33D-408E-A8FE-D6DB351E3E8D}" destId="{BBBBF189-485A-4F41-BFDC-43B4E5D350E9}" srcOrd="0" destOrd="0" presId="urn:microsoft.com/office/officeart/2008/layout/VerticalCurvedList"/>
    <dgm:cxn modelId="{1C7E0A4E-A608-49D7-BE5A-F679AADD0FC3}" type="presParOf" srcId="{BBBBF189-485A-4F41-BFDC-43B4E5D350E9}" destId="{EA6C941D-420C-425E-AF37-F0CA8C335113}" srcOrd="0" destOrd="0" presId="urn:microsoft.com/office/officeart/2008/layout/VerticalCurvedList"/>
    <dgm:cxn modelId="{BA37A76A-7D7F-4EA8-A19E-E5D949F17810}" type="presParOf" srcId="{BBBBF189-485A-4F41-BFDC-43B4E5D350E9}" destId="{0342C5B0-FD51-4716-B80F-31EED1EA2A89}" srcOrd="1" destOrd="0" presId="urn:microsoft.com/office/officeart/2008/layout/VerticalCurvedList"/>
    <dgm:cxn modelId="{B0E1D065-AC0D-49A1-AEA1-A8B6B0F258D6}" type="presParOf" srcId="{BBBBF189-485A-4F41-BFDC-43B4E5D350E9}" destId="{85C791A7-1C8A-4693-A919-E9B82E986C41}" srcOrd="2" destOrd="0" presId="urn:microsoft.com/office/officeart/2008/layout/VerticalCurvedList"/>
    <dgm:cxn modelId="{069AFE78-16CE-4977-BE9E-6445820E8967}" type="presParOf" srcId="{BBBBF189-485A-4F41-BFDC-43B4E5D350E9}" destId="{E214BF7C-0BEE-4E04-9790-5F0BF872C8EB}" srcOrd="3" destOrd="0" presId="urn:microsoft.com/office/officeart/2008/layout/VerticalCurvedList"/>
    <dgm:cxn modelId="{63AAF63B-101E-4E2A-8F44-09CB3BCCBA0A}" type="presParOf" srcId="{D33FB168-B33D-408E-A8FE-D6DB351E3E8D}" destId="{83AFEA90-1026-4CE9-830F-16F5289D9264}" srcOrd="1" destOrd="0" presId="urn:microsoft.com/office/officeart/2008/layout/VerticalCurvedList"/>
    <dgm:cxn modelId="{F0A723AC-ED52-4F52-8302-712FFCA30C9B}" type="presParOf" srcId="{D33FB168-B33D-408E-A8FE-D6DB351E3E8D}" destId="{29BAB6F2-C5A9-4201-8D03-83D97298AB4D}" srcOrd="2" destOrd="0" presId="urn:microsoft.com/office/officeart/2008/layout/VerticalCurvedList"/>
    <dgm:cxn modelId="{A7F55D0C-70C4-45E4-950B-3A646187FF17}" type="presParOf" srcId="{29BAB6F2-C5A9-4201-8D03-83D97298AB4D}" destId="{3F3517E9-43A5-4DDB-9DEC-7D54BCF8D614}" srcOrd="0" destOrd="0" presId="urn:microsoft.com/office/officeart/2008/layout/VerticalCurvedList"/>
    <dgm:cxn modelId="{C9D97751-E339-457C-B19E-89CBA102CD2A}" type="presParOf" srcId="{D33FB168-B33D-408E-A8FE-D6DB351E3E8D}" destId="{BF32B2A0-29AF-477C-A6C1-0739246E5005}" srcOrd="3" destOrd="0" presId="urn:microsoft.com/office/officeart/2008/layout/VerticalCurvedList"/>
    <dgm:cxn modelId="{89F0C17E-272A-4673-8470-832006947E5F}" type="presParOf" srcId="{D33FB168-B33D-408E-A8FE-D6DB351E3E8D}" destId="{DDAA1591-3090-4C20-AAB3-C6440352AC57}" srcOrd="4" destOrd="0" presId="urn:microsoft.com/office/officeart/2008/layout/VerticalCurvedList"/>
    <dgm:cxn modelId="{9A0D13A9-81DC-464B-9154-6B1761F8A713}" type="presParOf" srcId="{DDAA1591-3090-4C20-AAB3-C6440352AC57}" destId="{7EC50EF5-AC9F-4B52-9632-3AAD233D45AD}" srcOrd="0" destOrd="0" presId="urn:microsoft.com/office/officeart/2008/layout/VerticalCurvedList"/>
    <dgm:cxn modelId="{E4722C77-93D8-4122-9417-21DD2B9E7EF0}" type="presParOf" srcId="{D33FB168-B33D-408E-A8FE-D6DB351E3E8D}" destId="{5F185C61-9CB9-4158-88F1-7C562383DEAA}" srcOrd="5" destOrd="0" presId="urn:microsoft.com/office/officeart/2008/layout/VerticalCurvedList"/>
    <dgm:cxn modelId="{47CD78B7-AF2B-4902-ACD3-C5FAA48C0A4A}" type="presParOf" srcId="{D33FB168-B33D-408E-A8FE-D6DB351E3E8D}" destId="{49B3EE63-6039-43D8-9A07-FCBE9D7721E1}" srcOrd="6" destOrd="0" presId="urn:microsoft.com/office/officeart/2008/layout/VerticalCurvedList"/>
    <dgm:cxn modelId="{CE1C4F21-9873-4AFA-AAC1-D9760394D8F3}" type="presParOf" srcId="{49B3EE63-6039-43D8-9A07-FCBE9D7721E1}" destId="{54EC92B6-FB0E-49A4-B852-CFB28263873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C9E2F31-A181-4952-8744-6721C190BB0F}" type="doc">
      <dgm:prSet loTypeId="urn:microsoft.com/office/officeart/2005/8/layout/v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75A5D48-C0B2-4BF0-B2C5-F6ABB9D5DFEC}">
      <dgm:prSet phldrT="[텍스트]"/>
      <dgm:spPr/>
      <dgm:t>
        <a:bodyPr/>
        <a:lstStyle/>
        <a:p>
          <a:pPr latinLnBrk="1"/>
          <a:r>
            <a:rPr lang="ko-KR" altLang="en-US" dirty="0"/>
            <a:t>협업 </a:t>
          </a:r>
          <a:r>
            <a:rPr lang="ko-KR" altLang="en-US" dirty="0" err="1"/>
            <a:t>메신져</a:t>
          </a:r>
          <a:endParaRPr lang="ko-KR" altLang="en-US" dirty="0"/>
        </a:p>
      </dgm:t>
    </dgm:pt>
    <dgm:pt modelId="{C7A6FEF0-1ADC-467E-9D3C-C342143224F6}" type="parTrans" cxnId="{2658A60E-44D9-4173-97F9-926FCAFE33CB}">
      <dgm:prSet/>
      <dgm:spPr/>
      <dgm:t>
        <a:bodyPr/>
        <a:lstStyle/>
        <a:p>
          <a:pPr latinLnBrk="1"/>
          <a:endParaRPr lang="ko-KR" altLang="en-US"/>
        </a:p>
      </dgm:t>
    </dgm:pt>
    <dgm:pt modelId="{C3BBB134-C4B1-4660-826B-FD4A6049ED6D}" type="sibTrans" cxnId="{2658A60E-44D9-4173-97F9-926FCAFE33CB}">
      <dgm:prSet/>
      <dgm:spPr/>
      <dgm:t>
        <a:bodyPr/>
        <a:lstStyle/>
        <a:p>
          <a:pPr latinLnBrk="1"/>
          <a:endParaRPr lang="ko-KR" altLang="en-US"/>
        </a:p>
      </dgm:t>
    </dgm:pt>
    <dgm:pt modelId="{D0F3346E-CC73-4396-82E7-4E7C54A310E5}">
      <dgm:prSet phldrT="[텍스트]"/>
      <dgm:spPr/>
      <dgm:t>
        <a:bodyPr/>
        <a:lstStyle/>
        <a:p>
          <a:pPr latinLnBrk="1"/>
          <a:r>
            <a:rPr lang="ko-KR" altLang="en-US" dirty="0"/>
            <a:t>실제 </a:t>
          </a:r>
          <a:r>
            <a:rPr lang="ko-KR" altLang="en-US" dirty="0" err="1"/>
            <a:t>협업예시</a:t>
          </a:r>
          <a:endParaRPr lang="ko-KR" altLang="en-US" dirty="0"/>
        </a:p>
      </dgm:t>
    </dgm:pt>
    <dgm:pt modelId="{0DB3EF03-012F-4B41-8B2A-676A87B92BC0}" type="parTrans" cxnId="{FE119411-9691-41A7-BC8B-BFC0E33CAD1B}">
      <dgm:prSet/>
      <dgm:spPr/>
      <dgm:t>
        <a:bodyPr/>
        <a:lstStyle/>
        <a:p>
          <a:pPr latinLnBrk="1"/>
          <a:endParaRPr lang="ko-KR" altLang="en-US"/>
        </a:p>
      </dgm:t>
    </dgm:pt>
    <dgm:pt modelId="{E621BEA3-225D-4977-A2FD-F1CF480DECF4}" type="sibTrans" cxnId="{FE119411-9691-41A7-BC8B-BFC0E33CAD1B}">
      <dgm:prSet/>
      <dgm:spPr/>
      <dgm:t>
        <a:bodyPr/>
        <a:lstStyle/>
        <a:p>
          <a:pPr latinLnBrk="1"/>
          <a:endParaRPr lang="ko-KR" altLang="en-US"/>
        </a:p>
      </dgm:t>
    </dgm:pt>
    <dgm:pt modelId="{8A590612-201E-476E-8669-B31BE9B621A3}">
      <dgm:prSet phldrT="[텍스트]"/>
      <dgm:spPr/>
      <dgm:t>
        <a:bodyPr/>
        <a:lstStyle/>
        <a:p>
          <a:pPr latinLnBrk="1"/>
          <a:r>
            <a:rPr lang="ko-KR" altLang="en-US" dirty="0"/>
            <a:t>실제 </a:t>
          </a:r>
          <a:r>
            <a:rPr lang="ko-KR" altLang="en-US" dirty="0" err="1"/>
            <a:t>협업방</a:t>
          </a:r>
          <a:r>
            <a:rPr lang="ko-KR" altLang="en-US" dirty="0"/>
            <a:t> 운영병동</a:t>
          </a:r>
        </a:p>
      </dgm:t>
    </dgm:pt>
    <dgm:pt modelId="{44FF67FC-B834-4114-B46D-D632FA7DF422}" type="parTrans" cxnId="{60B50F4A-8179-4354-953F-DF574943320F}">
      <dgm:prSet/>
      <dgm:spPr/>
      <dgm:t>
        <a:bodyPr/>
        <a:lstStyle/>
        <a:p>
          <a:pPr latinLnBrk="1"/>
          <a:endParaRPr lang="ko-KR" altLang="en-US"/>
        </a:p>
      </dgm:t>
    </dgm:pt>
    <dgm:pt modelId="{FA8E50FF-B010-40DF-AAA7-7228CD401C24}" type="sibTrans" cxnId="{60B50F4A-8179-4354-953F-DF574943320F}">
      <dgm:prSet/>
      <dgm:spPr/>
      <dgm:t>
        <a:bodyPr/>
        <a:lstStyle/>
        <a:p>
          <a:pPr latinLnBrk="1"/>
          <a:endParaRPr lang="ko-KR" altLang="en-US"/>
        </a:p>
      </dgm:t>
    </dgm:pt>
    <dgm:pt modelId="{23A37D10-8F0C-401C-9BDE-301675B8B2F2}">
      <dgm:prSet phldrT="[텍스트]" phldr="0"/>
      <dgm:spPr/>
      <dgm:t>
        <a:bodyPr/>
        <a:lstStyle/>
        <a:p>
          <a:pPr latinLnBrk="1"/>
          <a:r>
            <a:rPr lang="en-US" altLang="ko-KR" dirty="0"/>
            <a:t>QR </a:t>
          </a:r>
          <a:r>
            <a:rPr lang="ko-KR" altLang="en-US" dirty="0"/>
            <a:t>웹</a:t>
          </a:r>
        </a:p>
      </dgm:t>
    </dgm:pt>
    <dgm:pt modelId="{CBBCD3F9-91BC-4784-8176-DB379152B18C}" type="parTrans" cxnId="{CD7D567E-356D-4A96-B401-7C1C85359A93}">
      <dgm:prSet/>
      <dgm:spPr/>
      <dgm:t>
        <a:bodyPr/>
        <a:lstStyle/>
        <a:p>
          <a:pPr latinLnBrk="1"/>
          <a:endParaRPr lang="ko-KR" altLang="en-US"/>
        </a:p>
      </dgm:t>
    </dgm:pt>
    <dgm:pt modelId="{90C7FB06-3FC3-4DBF-B040-F7974A1C56A9}" type="sibTrans" cxnId="{CD7D567E-356D-4A96-B401-7C1C85359A93}">
      <dgm:prSet/>
      <dgm:spPr/>
      <dgm:t>
        <a:bodyPr/>
        <a:lstStyle/>
        <a:p>
          <a:pPr latinLnBrk="1"/>
          <a:endParaRPr lang="ko-KR" altLang="en-US"/>
        </a:p>
      </dgm:t>
    </dgm:pt>
    <dgm:pt modelId="{9F963CDC-FB8D-4E30-AEB0-198E332AA6DC}">
      <dgm:prSet phldrT="[텍스트]" phldr="0"/>
      <dgm:spPr/>
      <dgm:t>
        <a:bodyPr/>
        <a:lstStyle/>
        <a:p>
          <a:pPr latinLnBrk="1"/>
          <a:r>
            <a:rPr lang="en-US" altLang="ko-KR" dirty="0"/>
            <a:t>QR</a:t>
          </a:r>
          <a:r>
            <a:rPr lang="ko-KR" altLang="en-US" dirty="0"/>
            <a:t>웹 시전</a:t>
          </a:r>
        </a:p>
      </dgm:t>
    </dgm:pt>
    <dgm:pt modelId="{B88BCCA4-C072-42FB-BAA9-344801237448}" type="parTrans" cxnId="{F6B78F0E-D166-4F61-9911-11B0EB15FDED}">
      <dgm:prSet/>
      <dgm:spPr/>
      <dgm:t>
        <a:bodyPr/>
        <a:lstStyle/>
        <a:p>
          <a:pPr latinLnBrk="1"/>
          <a:endParaRPr lang="ko-KR" altLang="en-US"/>
        </a:p>
      </dgm:t>
    </dgm:pt>
    <dgm:pt modelId="{5EF72E52-1846-4D50-9E38-90A0CD1DB7C2}" type="sibTrans" cxnId="{F6B78F0E-D166-4F61-9911-11B0EB15FDED}">
      <dgm:prSet/>
      <dgm:spPr/>
      <dgm:t>
        <a:bodyPr/>
        <a:lstStyle/>
        <a:p>
          <a:pPr latinLnBrk="1"/>
          <a:endParaRPr lang="ko-KR" altLang="en-US"/>
        </a:p>
      </dgm:t>
    </dgm:pt>
    <dgm:pt modelId="{63CB2565-4287-4BBC-B860-84897A121AB8}">
      <dgm:prSet phldrT="[텍스트]"/>
      <dgm:spPr/>
      <dgm:t>
        <a:bodyPr/>
        <a:lstStyle/>
        <a:p>
          <a:pPr latinLnBrk="1"/>
          <a:r>
            <a:rPr lang="ko-KR" altLang="en-US" dirty="0"/>
            <a:t>포스터</a:t>
          </a:r>
          <a:r>
            <a:rPr lang="en-US" altLang="ko-KR" dirty="0"/>
            <a:t>, </a:t>
          </a:r>
          <a:r>
            <a:rPr lang="ko-KR" altLang="en-US" dirty="0"/>
            <a:t>스티커</a:t>
          </a:r>
        </a:p>
      </dgm:t>
    </dgm:pt>
    <dgm:pt modelId="{071B915B-FB68-4557-B211-2B6DC4FD1DF2}" type="parTrans" cxnId="{11C3B769-24F3-49C7-87BE-E2BB78D49E94}">
      <dgm:prSet/>
      <dgm:spPr/>
      <dgm:t>
        <a:bodyPr/>
        <a:lstStyle/>
        <a:p>
          <a:pPr latinLnBrk="1"/>
          <a:endParaRPr lang="ko-KR" altLang="en-US"/>
        </a:p>
      </dgm:t>
    </dgm:pt>
    <dgm:pt modelId="{0569C1BC-A885-41EA-A333-9FD3187BF43E}" type="sibTrans" cxnId="{11C3B769-24F3-49C7-87BE-E2BB78D49E94}">
      <dgm:prSet/>
      <dgm:spPr/>
      <dgm:t>
        <a:bodyPr/>
        <a:lstStyle/>
        <a:p>
          <a:pPr latinLnBrk="1"/>
          <a:endParaRPr lang="ko-KR" altLang="en-US"/>
        </a:p>
      </dgm:t>
    </dgm:pt>
    <dgm:pt modelId="{352B6C92-3CF9-47F3-A211-2A93ECA51864}" type="pres">
      <dgm:prSet presAssocID="{6C9E2F31-A181-4952-8744-6721C190BB0F}" presName="Name0" presStyleCnt="0">
        <dgm:presLayoutVars>
          <dgm:dir/>
          <dgm:animLvl val="lvl"/>
          <dgm:resizeHandles/>
        </dgm:presLayoutVars>
      </dgm:prSet>
      <dgm:spPr/>
    </dgm:pt>
    <dgm:pt modelId="{FD775426-501B-4313-8EF6-E49F431606C7}" type="pres">
      <dgm:prSet presAssocID="{075A5D48-C0B2-4BF0-B2C5-F6ABB9D5DFEC}" presName="linNode" presStyleCnt="0"/>
      <dgm:spPr/>
    </dgm:pt>
    <dgm:pt modelId="{550A305C-5CD6-4C6A-88E4-647357624997}" type="pres">
      <dgm:prSet presAssocID="{075A5D48-C0B2-4BF0-B2C5-F6ABB9D5DFEC}" presName="parentShp" presStyleLbl="node1" presStyleIdx="0" presStyleCnt="2">
        <dgm:presLayoutVars>
          <dgm:bulletEnabled val="1"/>
        </dgm:presLayoutVars>
      </dgm:prSet>
      <dgm:spPr/>
    </dgm:pt>
    <dgm:pt modelId="{95A0B230-D8BE-4473-8361-EE548643D787}" type="pres">
      <dgm:prSet presAssocID="{075A5D48-C0B2-4BF0-B2C5-F6ABB9D5DFEC}" presName="childShp" presStyleLbl="bgAccFollowNode1" presStyleIdx="0" presStyleCnt="2">
        <dgm:presLayoutVars>
          <dgm:bulletEnabled val="1"/>
        </dgm:presLayoutVars>
      </dgm:prSet>
      <dgm:spPr/>
    </dgm:pt>
    <dgm:pt modelId="{73735D6F-BD67-468A-963E-DF86C422EEA4}" type="pres">
      <dgm:prSet presAssocID="{C3BBB134-C4B1-4660-826B-FD4A6049ED6D}" presName="spacing" presStyleCnt="0"/>
      <dgm:spPr/>
    </dgm:pt>
    <dgm:pt modelId="{EC486479-9159-4635-9A94-96ED1EC845BF}" type="pres">
      <dgm:prSet presAssocID="{23A37D10-8F0C-401C-9BDE-301675B8B2F2}" presName="linNode" presStyleCnt="0"/>
      <dgm:spPr/>
    </dgm:pt>
    <dgm:pt modelId="{B3D247D2-7F82-4064-934F-832F71F45B7A}" type="pres">
      <dgm:prSet presAssocID="{23A37D10-8F0C-401C-9BDE-301675B8B2F2}" presName="parentShp" presStyleLbl="node1" presStyleIdx="1" presStyleCnt="2">
        <dgm:presLayoutVars>
          <dgm:bulletEnabled val="1"/>
        </dgm:presLayoutVars>
      </dgm:prSet>
      <dgm:spPr/>
    </dgm:pt>
    <dgm:pt modelId="{B80B5446-8BD8-4D1E-9E11-7DE35974EE09}" type="pres">
      <dgm:prSet presAssocID="{23A37D10-8F0C-401C-9BDE-301675B8B2F2}" presName="childShp" presStyleLbl="bgAccFollowNode1" presStyleIdx="1" presStyleCnt="2">
        <dgm:presLayoutVars>
          <dgm:bulletEnabled val="1"/>
        </dgm:presLayoutVars>
      </dgm:prSet>
      <dgm:spPr/>
    </dgm:pt>
  </dgm:ptLst>
  <dgm:cxnLst>
    <dgm:cxn modelId="{F6B78F0E-D166-4F61-9911-11B0EB15FDED}" srcId="{23A37D10-8F0C-401C-9BDE-301675B8B2F2}" destId="{9F963CDC-FB8D-4E30-AEB0-198E332AA6DC}" srcOrd="0" destOrd="0" parTransId="{B88BCCA4-C072-42FB-BAA9-344801237448}" sibTransId="{5EF72E52-1846-4D50-9E38-90A0CD1DB7C2}"/>
    <dgm:cxn modelId="{2658A60E-44D9-4173-97F9-926FCAFE33CB}" srcId="{6C9E2F31-A181-4952-8744-6721C190BB0F}" destId="{075A5D48-C0B2-4BF0-B2C5-F6ABB9D5DFEC}" srcOrd="0" destOrd="0" parTransId="{C7A6FEF0-1ADC-467E-9D3C-C342143224F6}" sibTransId="{C3BBB134-C4B1-4660-826B-FD4A6049ED6D}"/>
    <dgm:cxn modelId="{FE119411-9691-41A7-BC8B-BFC0E33CAD1B}" srcId="{075A5D48-C0B2-4BF0-B2C5-F6ABB9D5DFEC}" destId="{D0F3346E-CC73-4396-82E7-4E7C54A310E5}" srcOrd="0" destOrd="0" parTransId="{0DB3EF03-012F-4B41-8B2A-676A87B92BC0}" sibTransId="{E621BEA3-225D-4977-A2FD-F1CF480DECF4}"/>
    <dgm:cxn modelId="{A88BD829-A8D4-4E3D-9222-2C90A94FBA86}" type="presOf" srcId="{8A590612-201E-476E-8669-B31BE9B621A3}" destId="{95A0B230-D8BE-4473-8361-EE548643D787}" srcOrd="0" destOrd="1" presId="urn:microsoft.com/office/officeart/2005/8/layout/vList6"/>
    <dgm:cxn modelId="{CF9F583E-546D-49CB-9610-3EBB6A475AAB}" type="presOf" srcId="{6C9E2F31-A181-4952-8744-6721C190BB0F}" destId="{352B6C92-3CF9-47F3-A211-2A93ECA51864}" srcOrd="0" destOrd="0" presId="urn:microsoft.com/office/officeart/2005/8/layout/vList6"/>
    <dgm:cxn modelId="{25C09C63-BD8B-4E54-836B-37D517CFDE10}" type="presOf" srcId="{075A5D48-C0B2-4BF0-B2C5-F6ABB9D5DFEC}" destId="{550A305C-5CD6-4C6A-88E4-647357624997}" srcOrd="0" destOrd="0" presId="urn:microsoft.com/office/officeart/2005/8/layout/vList6"/>
    <dgm:cxn modelId="{11C3B769-24F3-49C7-87BE-E2BB78D49E94}" srcId="{23A37D10-8F0C-401C-9BDE-301675B8B2F2}" destId="{63CB2565-4287-4BBC-B860-84897A121AB8}" srcOrd="1" destOrd="0" parTransId="{071B915B-FB68-4557-B211-2B6DC4FD1DF2}" sibTransId="{0569C1BC-A885-41EA-A333-9FD3187BF43E}"/>
    <dgm:cxn modelId="{60B50F4A-8179-4354-953F-DF574943320F}" srcId="{075A5D48-C0B2-4BF0-B2C5-F6ABB9D5DFEC}" destId="{8A590612-201E-476E-8669-B31BE9B621A3}" srcOrd="1" destOrd="0" parTransId="{44FF67FC-B834-4114-B46D-D632FA7DF422}" sibTransId="{FA8E50FF-B010-40DF-AAA7-7228CD401C24}"/>
    <dgm:cxn modelId="{CD7D567E-356D-4A96-B401-7C1C85359A93}" srcId="{6C9E2F31-A181-4952-8744-6721C190BB0F}" destId="{23A37D10-8F0C-401C-9BDE-301675B8B2F2}" srcOrd="1" destOrd="0" parTransId="{CBBCD3F9-91BC-4784-8176-DB379152B18C}" sibTransId="{90C7FB06-3FC3-4DBF-B040-F7974A1C56A9}"/>
    <dgm:cxn modelId="{C4F18C9C-4CCD-4803-9F5E-9F92B7516021}" type="presOf" srcId="{9F963CDC-FB8D-4E30-AEB0-198E332AA6DC}" destId="{B80B5446-8BD8-4D1E-9E11-7DE35974EE09}" srcOrd="0" destOrd="0" presId="urn:microsoft.com/office/officeart/2005/8/layout/vList6"/>
    <dgm:cxn modelId="{F9975FAE-E988-44C0-B1A4-08E2E2EE265B}" type="presOf" srcId="{23A37D10-8F0C-401C-9BDE-301675B8B2F2}" destId="{B3D247D2-7F82-4064-934F-832F71F45B7A}" srcOrd="0" destOrd="0" presId="urn:microsoft.com/office/officeart/2005/8/layout/vList6"/>
    <dgm:cxn modelId="{940313D2-EDCB-452C-939E-2D4CFABFCCA3}" type="presOf" srcId="{D0F3346E-CC73-4396-82E7-4E7C54A310E5}" destId="{95A0B230-D8BE-4473-8361-EE548643D787}" srcOrd="0" destOrd="0" presId="urn:microsoft.com/office/officeart/2005/8/layout/vList6"/>
    <dgm:cxn modelId="{E0A67FFC-22A1-4D6F-AF66-D54BA35722AA}" type="presOf" srcId="{63CB2565-4287-4BBC-B860-84897A121AB8}" destId="{B80B5446-8BD8-4D1E-9E11-7DE35974EE09}" srcOrd="0" destOrd="1" presId="urn:microsoft.com/office/officeart/2005/8/layout/vList6"/>
    <dgm:cxn modelId="{4B834CBE-D25E-4E20-8769-F8ACF6369176}" type="presParOf" srcId="{352B6C92-3CF9-47F3-A211-2A93ECA51864}" destId="{FD775426-501B-4313-8EF6-E49F431606C7}" srcOrd="0" destOrd="0" presId="urn:microsoft.com/office/officeart/2005/8/layout/vList6"/>
    <dgm:cxn modelId="{ED5FDF95-272F-4D87-A166-49CE4B24F950}" type="presParOf" srcId="{FD775426-501B-4313-8EF6-E49F431606C7}" destId="{550A305C-5CD6-4C6A-88E4-647357624997}" srcOrd="0" destOrd="0" presId="urn:microsoft.com/office/officeart/2005/8/layout/vList6"/>
    <dgm:cxn modelId="{5EE64612-BAF2-41BE-807E-D5F646EBA102}" type="presParOf" srcId="{FD775426-501B-4313-8EF6-E49F431606C7}" destId="{95A0B230-D8BE-4473-8361-EE548643D787}" srcOrd="1" destOrd="0" presId="urn:microsoft.com/office/officeart/2005/8/layout/vList6"/>
    <dgm:cxn modelId="{634DA224-8F5A-4A84-8CB8-2841B160EC6A}" type="presParOf" srcId="{352B6C92-3CF9-47F3-A211-2A93ECA51864}" destId="{73735D6F-BD67-468A-963E-DF86C422EEA4}" srcOrd="1" destOrd="0" presId="urn:microsoft.com/office/officeart/2005/8/layout/vList6"/>
    <dgm:cxn modelId="{5CFFBDB7-57A4-477B-A448-C308EFDE32AA}" type="presParOf" srcId="{352B6C92-3CF9-47F3-A211-2A93ECA51864}" destId="{EC486479-9159-4635-9A94-96ED1EC845BF}" srcOrd="2" destOrd="0" presId="urn:microsoft.com/office/officeart/2005/8/layout/vList6"/>
    <dgm:cxn modelId="{F959630D-1284-4738-97AE-65CF47D7BEE5}" type="presParOf" srcId="{EC486479-9159-4635-9A94-96ED1EC845BF}" destId="{B3D247D2-7F82-4064-934F-832F71F45B7A}" srcOrd="0" destOrd="0" presId="urn:microsoft.com/office/officeart/2005/8/layout/vList6"/>
    <dgm:cxn modelId="{B3E8DC8C-A105-4755-892C-F384D4FFA638}" type="presParOf" srcId="{EC486479-9159-4635-9A94-96ED1EC845BF}" destId="{B80B5446-8BD8-4D1E-9E11-7DE35974EE09}" srcOrd="1" destOrd="0" presId="urn:microsoft.com/office/officeart/2005/8/layout/v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DDD75B8-E229-4917-B907-532ED4189907}" type="doc">
      <dgm:prSet loTypeId="urn:microsoft.com/office/officeart/2005/8/layout/hList7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D60A3D8D-FA47-4AC5-A6E1-8D7F12AA8C6E}">
      <dgm:prSet phldrT="[텍스트]"/>
      <dgm:spPr/>
      <dgm:t>
        <a:bodyPr/>
        <a:lstStyle/>
        <a:p>
          <a:pPr latinLnBrk="1"/>
          <a:r>
            <a:rPr lang="en-US" altLang="ko-KR" dirty="0"/>
            <a:t>A</a:t>
          </a:r>
          <a:r>
            <a:rPr lang="ko-KR" altLang="en-US" dirty="0"/>
            <a:t>요청기록</a:t>
          </a:r>
          <a:r>
            <a:rPr lang="en-US" altLang="ko-KR" dirty="0"/>
            <a:t>	</a:t>
          </a:r>
          <a:endParaRPr lang="ko-KR" altLang="en-US" dirty="0"/>
        </a:p>
      </dgm:t>
    </dgm:pt>
    <dgm:pt modelId="{BAD4BD51-608E-4692-81C7-093479158D5F}" type="parTrans" cxnId="{BB3DE02C-4117-46DC-8550-FB46A213B170}">
      <dgm:prSet/>
      <dgm:spPr/>
      <dgm:t>
        <a:bodyPr/>
        <a:lstStyle/>
        <a:p>
          <a:pPr latinLnBrk="1"/>
          <a:endParaRPr lang="ko-KR" altLang="en-US"/>
        </a:p>
      </dgm:t>
    </dgm:pt>
    <dgm:pt modelId="{50BDF255-7F39-4305-AC4D-E8322B6090A5}" type="sibTrans" cxnId="{BB3DE02C-4117-46DC-8550-FB46A213B170}">
      <dgm:prSet/>
      <dgm:spPr/>
      <dgm:t>
        <a:bodyPr/>
        <a:lstStyle/>
        <a:p>
          <a:pPr latinLnBrk="1"/>
          <a:endParaRPr lang="ko-KR" altLang="en-US"/>
        </a:p>
      </dgm:t>
    </dgm:pt>
    <dgm:pt modelId="{F7B7F27E-82EF-4743-8DC5-3FEB75397F57}">
      <dgm:prSet phldrT="[텍스트]" phldr="0"/>
      <dgm:spPr/>
      <dgm:t>
        <a:bodyPr/>
        <a:lstStyle/>
        <a:p>
          <a:pPr latinLnBrk="1"/>
          <a:r>
            <a:rPr lang="en-US" altLang="ko-KR" dirty="0"/>
            <a:t>C</a:t>
          </a:r>
          <a:r>
            <a:rPr lang="ko-KR" altLang="en-US" dirty="0"/>
            <a:t>보호기록</a:t>
          </a:r>
          <a:r>
            <a:rPr lang="en-US" altLang="ko-KR" dirty="0"/>
            <a:t>	</a:t>
          </a:r>
          <a:endParaRPr lang="ko-KR" altLang="en-US" dirty="0"/>
        </a:p>
      </dgm:t>
    </dgm:pt>
    <dgm:pt modelId="{C1A14630-C403-480E-A10F-DDED5E0C4C6B}" type="parTrans" cxnId="{8B1E1CF6-A3ED-409B-B543-C5F8EE136781}">
      <dgm:prSet/>
      <dgm:spPr/>
      <dgm:t>
        <a:bodyPr/>
        <a:lstStyle/>
        <a:p>
          <a:pPr latinLnBrk="1"/>
          <a:endParaRPr lang="ko-KR" altLang="en-US"/>
        </a:p>
      </dgm:t>
    </dgm:pt>
    <dgm:pt modelId="{DC7F3433-11D6-40C5-8892-E103AEA97856}" type="sibTrans" cxnId="{8B1E1CF6-A3ED-409B-B543-C5F8EE136781}">
      <dgm:prSet/>
      <dgm:spPr/>
      <dgm:t>
        <a:bodyPr/>
        <a:lstStyle/>
        <a:p>
          <a:pPr latinLnBrk="1"/>
          <a:endParaRPr lang="ko-KR" altLang="en-US"/>
        </a:p>
      </dgm:t>
    </dgm:pt>
    <dgm:pt modelId="{D9279229-64B3-4F11-ACD3-92BA37D667C6}">
      <dgm:prSet phldrT="[텍스트]" phldr="0"/>
      <dgm:spPr/>
      <dgm:t>
        <a:bodyPr/>
        <a:lstStyle/>
        <a:p>
          <a:pPr latinLnBrk="1"/>
          <a:r>
            <a:rPr lang="en-US" altLang="ko-KR" dirty="0"/>
            <a:t>D</a:t>
          </a:r>
          <a:r>
            <a:rPr lang="ko-KR" altLang="en-US" dirty="0"/>
            <a:t>완료기록</a:t>
          </a:r>
        </a:p>
      </dgm:t>
    </dgm:pt>
    <dgm:pt modelId="{FD38E105-69DB-4AC3-A6BF-2E2B02201630}" type="parTrans" cxnId="{9CF00BF3-AE2F-4A80-A8E5-373662BB32E4}">
      <dgm:prSet/>
      <dgm:spPr/>
      <dgm:t>
        <a:bodyPr/>
        <a:lstStyle/>
        <a:p>
          <a:pPr latinLnBrk="1"/>
          <a:endParaRPr lang="ko-KR" altLang="en-US"/>
        </a:p>
      </dgm:t>
    </dgm:pt>
    <dgm:pt modelId="{922A2670-195F-4B4F-BD54-8E3FF37E4E38}" type="sibTrans" cxnId="{9CF00BF3-AE2F-4A80-A8E5-373662BB32E4}">
      <dgm:prSet/>
      <dgm:spPr/>
      <dgm:t>
        <a:bodyPr/>
        <a:lstStyle/>
        <a:p>
          <a:pPr latinLnBrk="1"/>
          <a:endParaRPr lang="ko-KR" altLang="en-US"/>
        </a:p>
      </dgm:t>
    </dgm:pt>
    <dgm:pt modelId="{F63F4B71-4BCA-49B6-B9C2-5C7EC128F778}" type="pres">
      <dgm:prSet presAssocID="{CDDD75B8-E229-4917-B907-532ED4189907}" presName="Name0" presStyleCnt="0">
        <dgm:presLayoutVars>
          <dgm:dir/>
          <dgm:resizeHandles val="exact"/>
        </dgm:presLayoutVars>
      </dgm:prSet>
      <dgm:spPr/>
    </dgm:pt>
    <dgm:pt modelId="{7F937D7B-2A7F-489E-97E0-0E9A71CAEE72}" type="pres">
      <dgm:prSet presAssocID="{CDDD75B8-E229-4917-B907-532ED4189907}" presName="fgShape" presStyleLbl="fgShp" presStyleIdx="0" presStyleCnt="1"/>
      <dgm:spPr/>
    </dgm:pt>
    <dgm:pt modelId="{F3811C78-1670-415B-882A-F8B955AE1AFA}" type="pres">
      <dgm:prSet presAssocID="{CDDD75B8-E229-4917-B907-532ED4189907}" presName="linComp" presStyleCnt="0"/>
      <dgm:spPr/>
    </dgm:pt>
    <dgm:pt modelId="{B1192324-3C7A-423E-B659-180BC2CD341C}" type="pres">
      <dgm:prSet presAssocID="{D60A3D8D-FA47-4AC5-A6E1-8D7F12AA8C6E}" presName="compNode" presStyleCnt="0"/>
      <dgm:spPr/>
    </dgm:pt>
    <dgm:pt modelId="{6C659AFC-9936-40C6-9038-DB52D947D1B0}" type="pres">
      <dgm:prSet presAssocID="{D60A3D8D-FA47-4AC5-A6E1-8D7F12AA8C6E}" presName="bkgdShape" presStyleLbl="node1" presStyleIdx="0" presStyleCnt="3"/>
      <dgm:spPr/>
    </dgm:pt>
    <dgm:pt modelId="{DD289FBD-53B3-4A14-AEE0-5C15F9E15E48}" type="pres">
      <dgm:prSet presAssocID="{D60A3D8D-FA47-4AC5-A6E1-8D7F12AA8C6E}" presName="nodeTx" presStyleLbl="node1" presStyleIdx="0" presStyleCnt="3">
        <dgm:presLayoutVars>
          <dgm:bulletEnabled val="1"/>
        </dgm:presLayoutVars>
      </dgm:prSet>
      <dgm:spPr/>
    </dgm:pt>
    <dgm:pt modelId="{655FC594-FE87-493A-B84B-9C705A1761D5}" type="pres">
      <dgm:prSet presAssocID="{D60A3D8D-FA47-4AC5-A6E1-8D7F12AA8C6E}" presName="invisiNode" presStyleLbl="node1" presStyleIdx="0" presStyleCnt="3"/>
      <dgm:spPr/>
    </dgm:pt>
    <dgm:pt modelId="{1B11FF98-C796-47A3-9CBD-4AA07E09F6A7}" type="pres">
      <dgm:prSet presAssocID="{D60A3D8D-FA47-4AC5-A6E1-8D7F12AA8C6E}" presName="imagNode" presStyleLbl="fgImgPlace1" presStyleIdx="0" presStyleCnt="3"/>
      <dgm:spPr/>
    </dgm:pt>
    <dgm:pt modelId="{3900B84A-89E1-4489-85F8-1619C020F313}" type="pres">
      <dgm:prSet presAssocID="{50BDF255-7F39-4305-AC4D-E8322B6090A5}" presName="sibTrans" presStyleLbl="sibTrans2D1" presStyleIdx="0" presStyleCnt="0"/>
      <dgm:spPr/>
    </dgm:pt>
    <dgm:pt modelId="{903BAC25-9F4A-4996-B914-4805275A490C}" type="pres">
      <dgm:prSet presAssocID="{F7B7F27E-82EF-4743-8DC5-3FEB75397F57}" presName="compNode" presStyleCnt="0"/>
      <dgm:spPr/>
    </dgm:pt>
    <dgm:pt modelId="{1E8D32F2-EA1E-4B4D-8EFE-B7546C5D2218}" type="pres">
      <dgm:prSet presAssocID="{F7B7F27E-82EF-4743-8DC5-3FEB75397F57}" presName="bkgdShape" presStyleLbl="node1" presStyleIdx="1" presStyleCnt="3"/>
      <dgm:spPr/>
    </dgm:pt>
    <dgm:pt modelId="{6CD38FD7-46CA-48DB-895C-55A47EABB91B}" type="pres">
      <dgm:prSet presAssocID="{F7B7F27E-82EF-4743-8DC5-3FEB75397F57}" presName="nodeTx" presStyleLbl="node1" presStyleIdx="1" presStyleCnt="3">
        <dgm:presLayoutVars>
          <dgm:bulletEnabled val="1"/>
        </dgm:presLayoutVars>
      </dgm:prSet>
      <dgm:spPr/>
    </dgm:pt>
    <dgm:pt modelId="{80014794-5CA7-4CF0-A16E-46394596A8CD}" type="pres">
      <dgm:prSet presAssocID="{F7B7F27E-82EF-4743-8DC5-3FEB75397F57}" presName="invisiNode" presStyleLbl="node1" presStyleIdx="1" presStyleCnt="3"/>
      <dgm:spPr/>
    </dgm:pt>
    <dgm:pt modelId="{C2AD47BF-2E63-4141-B0EC-57E3931F5E1B}" type="pres">
      <dgm:prSet presAssocID="{F7B7F27E-82EF-4743-8DC5-3FEB75397F57}" presName="imagNode" presStyleLbl="fgImgPlace1" presStyleIdx="1" presStyleCnt="3"/>
      <dgm:spPr/>
    </dgm:pt>
    <dgm:pt modelId="{9CDFAB07-9E86-4B4B-B8FF-0469D63405FF}" type="pres">
      <dgm:prSet presAssocID="{DC7F3433-11D6-40C5-8892-E103AEA97856}" presName="sibTrans" presStyleLbl="sibTrans2D1" presStyleIdx="0" presStyleCnt="0"/>
      <dgm:spPr/>
    </dgm:pt>
    <dgm:pt modelId="{E1022C44-256C-4BA1-9EC5-0188B90F33D8}" type="pres">
      <dgm:prSet presAssocID="{D9279229-64B3-4F11-ACD3-92BA37D667C6}" presName="compNode" presStyleCnt="0"/>
      <dgm:spPr/>
    </dgm:pt>
    <dgm:pt modelId="{95F4A558-CE57-4699-BC87-2334F321065F}" type="pres">
      <dgm:prSet presAssocID="{D9279229-64B3-4F11-ACD3-92BA37D667C6}" presName="bkgdShape" presStyleLbl="node1" presStyleIdx="2" presStyleCnt="3"/>
      <dgm:spPr/>
    </dgm:pt>
    <dgm:pt modelId="{81F441B0-3366-4D7B-96CB-B7161A2CFC71}" type="pres">
      <dgm:prSet presAssocID="{D9279229-64B3-4F11-ACD3-92BA37D667C6}" presName="nodeTx" presStyleLbl="node1" presStyleIdx="2" presStyleCnt="3">
        <dgm:presLayoutVars>
          <dgm:bulletEnabled val="1"/>
        </dgm:presLayoutVars>
      </dgm:prSet>
      <dgm:spPr/>
    </dgm:pt>
    <dgm:pt modelId="{6AC32702-8B81-41E8-A1B0-CBB655EFF28A}" type="pres">
      <dgm:prSet presAssocID="{D9279229-64B3-4F11-ACD3-92BA37D667C6}" presName="invisiNode" presStyleLbl="node1" presStyleIdx="2" presStyleCnt="3"/>
      <dgm:spPr/>
    </dgm:pt>
    <dgm:pt modelId="{C02B7C50-9FDB-4712-A586-45EA39D6CCCC}" type="pres">
      <dgm:prSet presAssocID="{D9279229-64B3-4F11-ACD3-92BA37D667C6}" presName="imagNode" presStyleLbl="fgImgPlace1" presStyleIdx="2" presStyleCnt="3"/>
      <dgm:spPr/>
    </dgm:pt>
  </dgm:ptLst>
  <dgm:cxnLst>
    <dgm:cxn modelId="{FC981115-995D-497A-A040-4EFBE15AB320}" type="presOf" srcId="{D60A3D8D-FA47-4AC5-A6E1-8D7F12AA8C6E}" destId="{DD289FBD-53B3-4A14-AEE0-5C15F9E15E48}" srcOrd="1" destOrd="0" presId="urn:microsoft.com/office/officeart/2005/8/layout/hList7"/>
    <dgm:cxn modelId="{BB3DE02C-4117-46DC-8550-FB46A213B170}" srcId="{CDDD75B8-E229-4917-B907-532ED4189907}" destId="{D60A3D8D-FA47-4AC5-A6E1-8D7F12AA8C6E}" srcOrd="0" destOrd="0" parTransId="{BAD4BD51-608E-4692-81C7-093479158D5F}" sibTransId="{50BDF255-7F39-4305-AC4D-E8322B6090A5}"/>
    <dgm:cxn modelId="{843F4672-B38F-4EB4-9BCD-55AA8453F338}" type="presOf" srcId="{50BDF255-7F39-4305-AC4D-E8322B6090A5}" destId="{3900B84A-89E1-4489-85F8-1619C020F313}" srcOrd="0" destOrd="0" presId="urn:microsoft.com/office/officeart/2005/8/layout/hList7"/>
    <dgm:cxn modelId="{9796D752-1230-4182-A596-920D27D6F08F}" type="presOf" srcId="{D9279229-64B3-4F11-ACD3-92BA37D667C6}" destId="{95F4A558-CE57-4699-BC87-2334F321065F}" srcOrd="0" destOrd="0" presId="urn:microsoft.com/office/officeart/2005/8/layout/hList7"/>
    <dgm:cxn modelId="{B97DBB97-DAE4-4472-8C29-A59E2410BC06}" type="presOf" srcId="{CDDD75B8-E229-4917-B907-532ED4189907}" destId="{F63F4B71-4BCA-49B6-B9C2-5C7EC128F778}" srcOrd="0" destOrd="0" presId="urn:microsoft.com/office/officeart/2005/8/layout/hList7"/>
    <dgm:cxn modelId="{ADF17AAA-CE25-417F-9CA7-DFBF501B843C}" type="presOf" srcId="{D9279229-64B3-4F11-ACD3-92BA37D667C6}" destId="{81F441B0-3366-4D7B-96CB-B7161A2CFC71}" srcOrd="1" destOrd="0" presId="urn:microsoft.com/office/officeart/2005/8/layout/hList7"/>
    <dgm:cxn modelId="{700B67BB-23D4-4CF7-BBF2-1CEEABFC3A64}" type="presOf" srcId="{F7B7F27E-82EF-4743-8DC5-3FEB75397F57}" destId="{6CD38FD7-46CA-48DB-895C-55A47EABB91B}" srcOrd="1" destOrd="0" presId="urn:microsoft.com/office/officeart/2005/8/layout/hList7"/>
    <dgm:cxn modelId="{77F529BD-C6EA-4C90-8951-F5FED6542FC1}" type="presOf" srcId="{F7B7F27E-82EF-4743-8DC5-3FEB75397F57}" destId="{1E8D32F2-EA1E-4B4D-8EFE-B7546C5D2218}" srcOrd="0" destOrd="0" presId="urn:microsoft.com/office/officeart/2005/8/layout/hList7"/>
    <dgm:cxn modelId="{E163F2CF-D4D3-48E6-8238-FA81F8830129}" type="presOf" srcId="{DC7F3433-11D6-40C5-8892-E103AEA97856}" destId="{9CDFAB07-9E86-4B4B-B8FF-0469D63405FF}" srcOrd="0" destOrd="0" presId="urn:microsoft.com/office/officeart/2005/8/layout/hList7"/>
    <dgm:cxn modelId="{45435DDC-54E5-433B-A96B-DA0C03847D65}" type="presOf" srcId="{D60A3D8D-FA47-4AC5-A6E1-8D7F12AA8C6E}" destId="{6C659AFC-9936-40C6-9038-DB52D947D1B0}" srcOrd="0" destOrd="0" presId="urn:microsoft.com/office/officeart/2005/8/layout/hList7"/>
    <dgm:cxn modelId="{9CF00BF3-AE2F-4A80-A8E5-373662BB32E4}" srcId="{CDDD75B8-E229-4917-B907-532ED4189907}" destId="{D9279229-64B3-4F11-ACD3-92BA37D667C6}" srcOrd="2" destOrd="0" parTransId="{FD38E105-69DB-4AC3-A6BF-2E2B02201630}" sibTransId="{922A2670-195F-4B4F-BD54-8E3FF37E4E38}"/>
    <dgm:cxn modelId="{8B1E1CF6-A3ED-409B-B543-C5F8EE136781}" srcId="{CDDD75B8-E229-4917-B907-532ED4189907}" destId="{F7B7F27E-82EF-4743-8DC5-3FEB75397F57}" srcOrd="1" destOrd="0" parTransId="{C1A14630-C403-480E-A10F-DDED5E0C4C6B}" sibTransId="{DC7F3433-11D6-40C5-8892-E103AEA97856}"/>
    <dgm:cxn modelId="{1DA49B20-BEFD-4147-8FA3-058F5A8D35EF}" type="presParOf" srcId="{F63F4B71-4BCA-49B6-B9C2-5C7EC128F778}" destId="{7F937D7B-2A7F-489E-97E0-0E9A71CAEE72}" srcOrd="0" destOrd="0" presId="urn:microsoft.com/office/officeart/2005/8/layout/hList7"/>
    <dgm:cxn modelId="{8A9DBD1F-5EF1-491F-BDE4-5D1E29D67BD3}" type="presParOf" srcId="{F63F4B71-4BCA-49B6-B9C2-5C7EC128F778}" destId="{F3811C78-1670-415B-882A-F8B955AE1AFA}" srcOrd="1" destOrd="0" presId="urn:microsoft.com/office/officeart/2005/8/layout/hList7"/>
    <dgm:cxn modelId="{C6DC0D4F-7E01-45A9-B48D-E793D7B72C90}" type="presParOf" srcId="{F3811C78-1670-415B-882A-F8B955AE1AFA}" destId="{B1192324-3C7A-423E-B659-180BC2CD341C}" srcOrd="0" destOrd="0" presId="urn:microsoft.com/office/officeart/2005/8/layout/hList7"/>
    <dgm:cxn modelId="{465DF1EE-E26A-4671-ABC0-B3373A0AEC82}" type="presParOf" srcId="{B1192324-3C7A-423E-B659-180BC2CD341C}" destId="{6C659AFC-9936-40C6-9038-DB52D947D1B0}" srcOrd="0" destOrd="0" presId="urn:microsoft.com/office/officeart/2005/8/layout/hList7"/>
    <dgm:cxn modelId="{B1B46A9D-DD38-4EAA-BAD9-CAAD45983EC2}" type="presParOf" srcId="{B1192324-3C7A-423E-B659-180BC2CD341C}" destId="{DD289FBD-53B3-4A14-AEE0-5C15F9E15E48}" srcOrd="1" destOrd="0" presId="urn:microsoft.com/office/officeart/2005/8/layout/hList7"/>
    <dgm:cxn modelId="{B2F9933E-0CA2-4097-99DC-5F66F9C2D99F}" type="presParOf" srcId="{B1192324-3C7A-423E-B659-180BC2CD341C}" destId="{655FC594-FE87-493A-B84B-9C705A1761D5}" srcOrd="2" destOrd="0" presId="urn:microsoft.com/office/officeart/2005/8/layout/hList7"/>
    <dgm:cxn modelId="{D16DC856-49C3-4AFB-A6F7-C2A9B6CCB698}" type="presParOf" srcId="{B1192324-3C7A-423E-B659-180BC2CD341C}" destId="{1B11FF98-C796-47A3-9CBD-4AA07E09F6A7}" srcOrd="3" destOrd="0" presId="urn:microsoft.com/office/officeart/2005/8/layout/hList7"/>
    <dgm:cxn modelId="{4C0F5AD8-E3BC-4AA8-B390-7B0AA1E978A3}" type="presParOf" srcId="{F3811C78-1670-415B-882A-F8B955AE1AFA}" destId="{3900B84A-89E1-4489-85F8-1619C020F313}" srcOrd="1" destOrd="0" presId="urn:microsoft.com/office/officeart/2005/8/layout/hList7"/>
    <dgm:cxn modelId="{8D0EDDEF-3A9D-429E-8B96-2E9E376B5724}" type="presParOf" srcId="{F3811C78-1670-415B-882A-F8B955AE1AFA}" destId="{903BAC25-9F4A-4996-B914-4805275A490C}" srcOrd="2" destOrd="0" presId="urn:microsoft.com/office/officeart/2005/8/layout/hList7"/>
    <dgm:cxn modelId="{B29343F4-6DBC-449D-9104-E626310EB4D2}" type="presParOf" srcId="{903BAC25-9F4A-4996-B914-4805275A490C}" destId="{1E8D32F2-EA1E-4B4D-8EFE-B7546C5D2218}" srcOrd="0" destOrd="0" presId="urn:microsoft.com/office/officeart/2005/8/layout/hList7"/>
    <dgm:cxn modelId="{E9AFBA4A-35C2-42B6-BEAF-6F4CB48B4F6F}" type="presParOf" srcId="{903BAC25-9F4A-4996-B914-4805275A490C}" destId="{6CD38FD7-46CA-48DB-895C-55A47EABB91B}" srcOrd="1" destOrd="0" presId="urn:microsoft.com/office/officeart/2005/8/layout/hList7"/>
    <dgm:cxn modelId="{3503958D-E13B-480D-93D9-34C2EEC98015}" type="presParOf" srcId="{903BAC25-9F4A-4996-B914-4805275A490C}" destId="{80014794-5CA7-4CF0-A16E-46394596A8CD}" srcOrd="2" destOrd="0" presId="urn:microsoft.com/office/officeart/2005/8/layout/hList7"/>
    <dgm:cxn modelId="{6A3FBEA9-1611-4A53-AFB1-547C463C0CB4}" type="presParOf" srcId="{903BAC25-9F4A-4996-B914-4805275A490C}" destId="{C2AD47BF-2E63-4141-B0EC-57E3931F5E1B}" srcOrd="3" destOrd="0" presId="urn:microsoft.com/office/officeart/2005/8/layout/hList7"/>
    <dgm:cxn modelId="{E708CACB-05BF-4F94-AAF0-155C67EF8F40}" type="presParOf" srcId="{F3811C78-1670-415B-882A-F8B955AE1AFA}" destId="{9CDFAB07-9E86-4B4B-B8FF-0469D63405FF}" srcOrd="3" destOrd="0" presId="urn:microsoft.com/office/officeart/2005/8/layout/hList7"/>
    <dgm:cxn modelId="{A7D9952F-0116-4B50-B80F-A66A7D1129DB}" type="presParOf" srcId="{F3811C78-1670-415B-882A-F8B955AE1AFA}" destId="{E1022C44-256C-4BA1-9EC5-0188B90F33D8}" srcOrd="4" destOrd="0" presId="urn:microsoft.com/office/officeart/2005/8/layout/hList7"/>
    <dgm:cxn modelId="{B2392B76-9CC9-47C8-B13D-83B3B64C5172}" type="presParOf" srcId="{E1022C44-256C-4BA1-9EC5-0188B90F33D8}" destId="{95F4A558-CE57-4699-BC87-2334F321065F}" srcOrd="0" destOrd="0" presId="urn:microsoft.com/office/officeart/2005/8/layout/hList7"/>
    <dgm:cxn modelId="{0327ADB2-26FF-4844-813F-90A4A315826F}" type="presParOf" srcId="{E1022C44-256C-4BA1-9EC5-0188B90F33D8}" destId="{81F441B0-3366-4D7B-96CB-B7161A2CFC71}" srcOrd="1" destOrd="0" presId="urn:microsoft.com/office/officeart/2005/8/layout/hList7"/>
    <dgm:cxn modelId="{2EE58582-0798-4BE8-A402-2751EBAB7088}" type="presParOf" srcId="{E1022C44-256C-4BA1-9EC5-0188B90F33D8}" destId="{6AC32702-8B81-41E8-A1B0-CBB655EFF28A}" srcOrd="2" destOrd="0" presId="urn:microsoft.com/office/officeart/2005/8/layout/hList7"/>
    <dgm:cxn modelId="{5AC32EF9-2E63-4D78-B8F1-5AEB7531D370}" type="presParOf" srcId="{E1022C44-256C-4BA1-9EC5-0188B90F33D8}" destId="{C02B7C50-9FDB-4712-A586-45EA39D6CCCC}" srcOrd="3" destOrd="0" presId="urn:microsoft.com/office/officeart/2005/8/layout/hList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59DB179-8B85-4BED-A24D-E0600DE58974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5A475E9C-91F6-4EEC-8F3E-515D5D82A25E}">
      <dgm:prSet phldrT="[텍스트]"/>
      <dgm:spPr/>
      <dgm:t>
        <a:bodyPr/>
        <a:lstStyle/>
        <a:p>
          <a:pPr latinLnBrk="1"/>
          <a:r>
            <a:rPr lang="ko-KR" altLang="en-US" dirty="0"/>
            <a:t>병동</a:t>
          </a:r>
          <a:r>
            <a:rPr lang="en-US" altLang="ko-KR" dirty="0"/>
            <a:t>: </a:t>
          </a:r>
          <a:r>
            <a:rPr lang="ko-KR" altLang="en-US" dirty="0"/>
            <a:t>업무 예측 가능</a:t>
          </a:r>
          <a:r>
            <a:rPr lang="en-US" altLang="ko-KR" dirty="0"/>
            <a:t>.  </a:t>
          </a:r>
          <a:r>
            <a:rPr lang="ko-KR" altLang="en-US" dirty="0"/>
            <a:t>전화 확인 감소</a:t>
          </a:r>
        </a:p>
      </dgm:t>
    </dgm:pt>
    <dgm:pt modelId="{F61E87A5-B447-4235-8DB8-E1F99351111C}" type="parTrans" cxnId="{2B13F828-E910-4DD8-A1B4-9717BA65957F}">
      <dgm:prSet/>
      <dgm:spPr/>
      <dgm:t>
        <a:bodyPr/>
        <a:lstStyle/>
        <a:p>
          <a:pPr latinLnBrk="1"/>
          <a:endParaRPr lang="ko-KR" altLang="en-US"/>
        </a:p>
      </dgm:t>
    </dgm:pt>
    <dgm:pt modelId="{08ED9BC0-F101-4DDC-8DBA-2192A9267073}" type="sibTrans" cxnId="{2B13F828-E910-4DD8-A1B4-9717BA65957F}">
      <dgm:prSet/>
      <dgm:spPr/>
      <dgm:t>
        <a:bodyPr/>
        <a:lstStyle/>
        <a:p>
          <a:pPr latinLnBrk="1"/>
          <a:endParaRPr lang="ko-KR" altLang="en-US"/>
        </a:p>
      </dgm:t>
    </dgm:pt>
    <dgm:pt modelId="{E6060808-05ED-4B42-B68F-A1E063D2A56E}">
      <dgm:prSet phldrT="[텍스트]"/>
      <dgm:spPr/>
      <dgm:t>
        <a:bodyPr/>
        <a:lstStyle/>
        <a:p>
          <a:pPr latinLnBrk="1"/>
          <a:r>
            <a:rPr lang="ko-KR" altLang="en-US" dirty="0"/>
            <a:t>진료지원간호사</a:t>
          </a:r>
          <a:r>
            <a:rPr lang="en-US" altLang="ko-KR" dirty="0"/>
            <a:t>:</a:t>
          </a:r>
          <a:r>
            <a:rPr lang="ko-KR" altLang="en-US" dirty="0"/>
            <a:t>업무 집중</a:t>
          </a:r>
          <a:r>
            <a:rPr lang="en-US" altLang="ko-KR" dirty="0"/>
            <a:t>, </a:t>
          </a:r>
          <a:r>
            <a:rPr lang="ko-KR" altLang="en-US" dirty="0"/>
            <a:t>협업 기록 확보</a:t>
          </a:r>
        </a:p>
      </dgm:t>
    </dgm:pt>
    <dgm:pt modelId="{C5305B30-C826-4100-8FF0-B34011600C9F}" type="parTrans" cxnId="{1EBB784B-7989-4004-BEA6-251E7D342049}">
      <dgm:prSet/>
      <dgm:spPr/>
      <dgm:t>
        <a:bodyPr/>
        <a:lstStyle/>
        <a:p>
          <a:pPr latinLnBrk="1"/>
          <a:endParaRPr lang="ko-KR" altLang="en-US"/>
        </a:p>
      </dgm:t>
    </dgm:pt>
    <dgm:pt modelId="{8AA3CCDA-FE0B-4349-B62F-8D2580C5E6A0}" type="sibTrans" cxnId="{1EBB784B-7989-4004-BEA6-251E7D342049}">
      <dgm:prSet/>
      <dgm:spPr/>
      <dgm:t>
        <a:bodyPr/>
        <a:lstStyle/>
        <a:p>
          <a:pPr latinLnBrk="1"/>
          <a:endParaRPr lang="ko-KR" altLang="en-US"/>
        </a:p>
      </dgm:t>
    </dgm:pt>
    <dgm:pt modelId="{027085CD-28FD-4AD0-AA25-A3FBA6B8DB8B}">
      <dgm:prSet phldrT="[텍스트]"/>
      <dgm:spPr/>
      <dgm:t>
        <a:bodyPr/>
        <a:lstStyle/>
        <a:p>
          <a:pPr latinLnBrk="1"/>
          <a:r>
            <a:rPr lang="ko-KR" altLang="en-US" dirty="0"/>
            <a:t>환자</a:t>
          </a:r>
          <a:r>
            <a:rPr lang="en-US" altLang="ko-KR" dirty="0"/>
            <a:t>: </a:t>
          </a:r>
          <a:r>
            <a:rPr lang="ko-KR" altLang="en-US" dirty="0"/>
            <a:t>안전강화</a:t>
          </a:r>
        </a:p>
      </dgm:t>
    </dgm:pt>
    <dgm:pt modelId="{92707EF0-FB03-4E26-80C1-625AF1177C84}" type="parTrans" cxnId="{FC46077D-99A0-45CD-B102-BB405E13B6E6}">
      <dgm:prSet/>
      <dgm:spPr/>
      <dgm:t>
        <a:bodyPr/>
        <a:lstStyle/>
        <a:p>
          <a:pPr latinLnBrk="1"/>
          <a:endParaRPr lang="ko-KR" altLang="en-US"/>
        </a:p>
      </dgm:t>
    </dgm:pt>
    <dgm:pt modelId="{6033CE1D-5305-4B60-90AC-04CE382F55FE}" type="sibTrans" cxnId="{FC46077D-99A0-45CD-B102-BB405E13B6E6}">
      <dgm:prSet/>
      <dgm:spPr/>
      <dgm:t>
        <a:bodyPr/>
        <a:lstStyle/>
        <a:p>
          <a:pPr latinLnBrk="1"/>
          <a:endParaRPr lang="ko-KR" altLang="en-US"/>
        </a:p>
      </dgm:t>
    </dgm:pt>
    <dgm:pt modelId="{AA320BD7-A7AA-4273-8794-E4716C219483}" type="pres">
      <dgm:prSet presAssocID="{F59DB179-8B85-4BED-A24D-E0600DE58974}" presName="Name0" presStyleCnt="0">
        <dgm:presLayoutVars>
          <dgm:chMax val="7"/>
          <dgm:chPref val="7"/>
          <dgm:dir/>
        </dgm:presLayoutVars>
      </dgm:prSet>
      <dgm:spPr/>
    </dgm:pt>
    <dgm:pt modelId="{EAB846A5-DBCF-45BA-BA54-B1B3180A3840}" type="pres">
      <dgm:prSet presAssocID="{F59DB179-8B85-4BED-A24D-E0600DE58974}" presName="Name1" presStyleCnt="0"/>
      <dgm:spPr/>
    </dgm:pt>
    <dgm:pt modelId="{3602EA02-8FBC-4C66-80E9-9D9826FBE1DC}" type="pres">
      <dgm:prSet presAssocID="{F59DB179-8B85-4BED-A24D-E0600DE58974}" presName="cycle" presStyleCnt="0"/>
      <dgm:spPr/>
    </dgm:pt>
    <dgm:pt modelId="{F5402CE9-ECE4-4701-8E17-22F0EED2C843}" type="pres">
      <dgm:prSet presAssocID="{F59DB179-8B85-4BED-A24D-E0600DE58974}" presName="srcNode" presStyleLbl="node1" presStyleIdx="0" presStyleCnt="3"/>
      <dgm:spPr/>
    </dgm:pt>
    <dgm:pt modelId="{2F4C9D45-ADBA-4A3B-8CDF-447DE4321B7E}" type="pres">
      <dgm:prSet presAssocID="{F59DB179-8B85-4BED-A24D-E0600DE58974}" presName="conn" presStyleLbl="parChTrans1D2" presStyleIdx="0" presStyleCnt="1"/>
      <dgm:spPr/>
    </dgm:pt>
    <dgm:pt modelId="{6E71DD6B-EFCE-4F15-BD58-92660E0BBA5D}" type="pres">
      <dgm:prSet presAssocID="{F59DB179-8B85-4BED-A24D-E0600DE58974}" presName="extraNode" presStyleLbl="node1" presStyleIdx="0" presStyleCnt="3"/>
      <dgm:spPr/>
    </dgm:pt>
    <dgm:pt modelId="{58ACF48B-5FEC-4CD5-BC17-FF33E4672F07}" type="pres">
      <dgm:prSet presAssocID="{F59DB179-8B85-4BED-A24D-E0600DE58974}" presName="dstNode" presStyleLbl="node1" presStyleIdx="0" presStyleCnt="3"/>
      <dgm:spPr/>
    </dgm:pt>
    <dgm:pt modelId="{27F84B83-6BCC-4C19-BA3C-ADE2ADB2B4F4}" type="pres">
      <dgm:prSet presAssocID="{5A475E9C-91F6-4EEC-8F3E-515D5D82A25E}" presName="text_1" presStyleLbl="node1" presStyleIdx="0" presStyleCnt="3" custLinFactNeighborX="-1320" custLinFactNeighborY="11895">
        <dgm:presLayoutVars>
          <dgm:bulletEnabled val="1"/>
        </dgm:presLayoutVars>
      </dgm:prSet>
      <dgm:spPr/>
    </dgm:pt>
    <dgm:pt modelId="{3794FCA3-34A3-4C0F-A2A9-0FB9C611E55E}" type="pres">
      <dgm:prSet presAssocID="{5A475E9C-91F6-4EEC-8F3E-515D5D82A25E}" presName="accent_1" presStyleCnt="0"/>
      <dgm:spPr/>
    </dgm:pt>
    <dgm:pt modelId="{F77DCD82-0A80-44A4-AD01-6210F76F62E8}" type="pres">
      <dgm:prSet presAssocID="{5A475E9C-91F6-4EEC-8F3E-515D5D82A25E}" presName="accentRepeatNode" presStyleLbl="solidFgAcc1" presStyleIdx="0" presStyleCnt="3"/>
      <dgm:spPr/>
    </dgm:pt>
    <dgm:pt modelId="{8B3B745B-7471-4FE0-9431-C511D4F72372}" type="pres">
      <dgm:prSet presAssocID="{E6060808-05ED-4B42-B68F-A1E063D2A56E}" presName="text_2" presStyleLbl="node1" presStyleIdx="1" presStyleCnt="3">
        <dgm:presLayoutVars>
          <dgm:bulletEnabled val="1"/>
        </dgm:presLayoutVars>
      </dgm:prSet>
      <dgm:spPr/>
    </dgm:pt>
    <dgm:pt modelId="{934CB622-5046-4F58-A356-6DADFB946BA9}" type="pres">
      <dgm:prSet presAssocID="{E6060808-05ED-4B42-B68F-A1E063D2A56E}" presName="accent_2" presStyleCnt="0"/>
      <dgm:spPr/>
    </dgm:pt>
    <dgm:pt modelId="{823275B8-D816-4587-B094-745F70717832}" type="pres">
      <dgm:prSet presAssocID="{E6060808-05ED-4B42-B68F-A1E063D2A56E}" presName="accentRepeatNode" presStyleLbl="solidFgAcc1" presStyleIdx="1" presStyleCnt="3"/>
      <dgm:spPr/>
    </dgm:pt>
    <dgm:pt modelId="{C37F7735-F5E2-4525-9550-5346A099552E}" type="pres">
      <dgm:prSet presAssocID="{027085CD-28FD-4AD0-AA25-A3FBA6B8DB8B}" presName="text_3" presStyleLbl="node1" presStyleIdx="2" presStyleCnt="3">
        <dgm:presLayoutVars>
          <dgm:bulletEnabled val="1"/>
        </dgm:presLayoutVars>
      </dgm:prSet>
      <dgm:spPr/>
    </dgm:pt>
    <dgm:pt modelId="{CF31A39A-388C-4CC6-B3F0-F8C92AF1F58C}" type="pres">
      <dgm:prSet presAssocID="{027085CD-28FD-4AD0-AA25-A3FBA6B8DB8B}" presName="accent_3" presStyleCnt="0"/>
      <dgm:spPr/>
    </dgm:pt>
    <dgm:pt modelId="{72B68395-917D-4784-BBB9-AE9F2B5F4932}" type="pres">
      <dgm:prSet presAssocID="{027085CD-28FD-4AD0-AA25-A3FBA6B8DB8B}" presName="accentRepeatNode" presStyleLbl="solidFgAcc1" presStyleIdx="2" presStyleCnt="3"/>
      <dgm:spPr/>
    </dgm:pt>
  </dgm:ptLst>
  <dgm:cxnLst>
    <dgm:cxn modelId="{2B13F828-E910-4DD8-A1B4-9717BA65957F}" srcId="{F59DB179-8B85-4BED-A24D-E0600DE58974}" destId="{5A475E9C-91F6-4EEC-8F3E-515D5D82A25E}" srcOrd="0" destOrd="0" parTransId="{F61E87A5-B447-4235-8DB8-E1F99351111C}" sibTransId="{08ED9BC0-F101-4DDC-8DBA-2192A9267073}"/>
    <dgm:cxn modelId="{8F619F32-5B41-4E10-9BD6-54AAFC70BEBF}" type="presOf" srcId="{08ED9BC0-F101-4DDC-8DBA-2192A9267073}" destId="{2F4C9D45-ADBA-4A3B-8CDF-447DE4321B7E}" srcOrd="0" destOrd="0" presId="urn:microsoft.com/office/officeart/2008/layout/VerticalCurvedList"/>
    <dgm:cxn modelId="{3ACD6F45-6BE0-4576-B30A-A5A7A31A5A6E}" type="presOf" srcId="{5A475E9C-91F6-4EEC-8F3E-515D5D82A25E}" destId="{27F84B83-6BCC-4C19-BA3C-ADE2ADB2B4F4}" srcOrd="0" destOrd="0" presId="urn:microsoft.com/office/officeart/2008/layout/VerticalCurvedList"/>
    <dgm:cxn modelId="{1EBB784B-7989-4004-BEA6-251E7D342049}" srcId="{F59DB179-8B85-4BED-A24D-E0600DE58974}" destId="{E6060808-05ED-4B42-B68F-A1E063D2A56E}" srcOrd="1" destOrd="0" parTransId="{C5305B30-C826-4100-8FF0-B34011600C9F}" sibTransId="{8AA3CCDA-FE0B-4349-B62F-8D2580C5E6A0}"/>
    <dgm:cxn modelId="{ABBA4D51-23A2-47B0-9ED4-4406FD472724}" type="presOf" srcId="{027085CD-28FD-4AD0-AA25-A3FBA6B8DB8B}" destId="{C37F7735-F5E2-4525-9550-5346A099552E}" srcOrd="0" destOrd="0" presId="urn:microsoft.com/office/officeart/2008/layout/VerticalCurvedList"/>
    <dgm:cxn modelId="{FC46077D-99A0-45CD-B102-BB405E13B6E6}" srcId="{F59DB179-8B85-4BED-A24D-E0600DE58974}" destId="{027085CD-28FD-4AD0-AA25-A3FBA6B8DB8B}" srcOrd="2" destOrd="0" parTransId="{92707EF0-FB03-4E26-80C1-625AF1177C84}" sibTransId="{6033CE1D-5305-4B60-90AC-04CE382F55FE}"/>
    <dgm:cxn modelId="{41EFF3C4-4D23-4C23-B4EA-248963E37504}" type="presOf" srcId="{E6060808-05ED-4B42-B68F-A1E063D2A56E}" destId="{8B3B745B-7471-4FE0-9431-C511D4F72372}" srcOrd="0" destOrd="0" presId="urn:microsoft.com/office/officeart/2008/layout/VerticalCurvedList"/>
    <dgm:cxn modelId="{7AB594E4-F01C-4D67-8A76-D12F51A3FE5D}" type="presOf" srcId="{F59DB179-8B85-4BED-A24D-E0600DE58974}" destId="{AA320BD7-A7AA-4273-8794-E4716C219483}" srcOrd="0" destOrd="0" presId="urn:microsoft.com/office/officeart/2008/layout/VerticalCurvedList"/>
    <dgm:cxn modelId="{7328A619-0796-41E5-98B2-D65E09D2A128}" type="presParOf" srcId="{AA320BD7-A7AA-4273-8794-E4716C219483}" destId="{EAB846A5-DBCF-45BA-BA54-B1B3180A3840}" srcOrd="0" destOrd="0" presId="urn:microsoft.com/office/officeart/2008/layout/VerticalCurvedList"/>
    <dgm:cxn modelId="{18E2424A-C593-49CF-8A81-940E9297FB4F}" type="presParOf" srcId="{EAB846A5-DBCF-45BA-BA54-B1B3180A3840}" destId="{3602EA02-8FBC-4C66-80E9-9D9826FBE1DC}" srcOrd="0" destOrd="0" presId="urn:microsoft.com/office/officeart/2008/layout/VerticalCurvedList"/>
    <dgm:cxn modelId="{3AD16158-EEB2-4B9C-8F4D-C74B5B4984AC}" type="presParOf" srcId="{3602EA02-8FBC-4C66-80E9-9D9826FBE1DC}" destId="{F5402CE9-ECE4-4701-8E17-22F0EED2C843}" srcOrd="0" destOrd="0" presId="urn:microsoft.com/office/officeart/2008/layout/VerticalCurvedList"/>
    <dgm:cxn modelId="{D4CD1FC6-32A8-4CA7-9E41-F50C1FB53FF5}" type="presParOf" srcId="{3602EA02-8FBC-4C66-80E9-9D9826FBE1DC}" destId="{2F4C9D45-ADBA-4A3B-8CDF-447DE4321B7E}" srcOrd="1" destOrd="0" presId="urn:microsoft.com/office/officeart/2008/layout/VerticalCurvedList"/>
    <dgm:cxn modelId="{2B381ED1-D591-40D7-9AA5-7D02E19A09F7}" type="presParOf" srcId="{3602EA02-8FBC-4C66-80E9-9D9826FBE1DC}" destId="{6E71DD6B-EFCE-4F15-BD58-92660E0BBA5D}" srcOrd="2" destOrd="0" presId="urn:microsoft.com/office/officeart/2008/layout/VerticalCurvedList"/>
    <dgm:cxn modelId="{285D3B2A-7BC9-4348-A7B7-C419779A204F}" type="presParOf" srcId="{3602EA02-8FBC-4C66-80E9-9D9826FBE1DC}" destId="{58ACF48B-5FEC-4CD5-BC17-FF33E4672F07}" srcOrd="3" destOrd="0" presId="urn:microsoft.com/office/officeart/2008/layout/VerticalCurvedList"/>
    <dgm:cxn modelId="{6C6542E7-7C44-45BA-BC16-0F9264F38280}" type="presParOf" srcId="{EAB846A5-DBCF-45BA-BA54-B1B3180A3840}" destId="{27F84B83-6BCC-4C19-BA3C-ADE2ADB2B4F4}" srcOrd="1" destOrd="0" presId="urn:microsoft.com/office/officeart/2008/layout/VerticalCurvedList"/>
    <dgm:cxn modelId="{ED8360A1-F537-4543-83E0-1801E86E3895}" type="presParOf" srcId="{EAB846A5-DBCF-45BA-BA54-B1B3180A3840}" destId="{3794FCA3-34A3-4C0F-A2A9-0FB9C611E55E}" srcOrd="2" destOrd="0" presId="urn:microsoft.com/office/officeart/2008/layout/VerticalCurvedList"/>
    <dgm:cxn modelId="{22DDBB81-A348-47B8-88D0-9D543B2B727B}" type="presParOf" srcId="{3794FCA3-34A3-4C0F-A2A9-0FB9C611E55E}" destId="{F77DCD82-0A80-44A4-AD01-6210F76F62E8}" srcOrd="0" destOrd="0" presId="urn:microsoft.com/office/officeart/2008/layout/VerticalCurvedList"/>
    <dgm:cxn modelId="{306C3A97-F097-40CC-9F70-6EF9B72DB5E4}" type="presParOf" srcId="{EAB846A5-DBCF-45BA-BA54-B1B3180A3840}" destId="{8B3B745B-7471-4FE0-9431-C511D4F72372}" srcOrd="3" destOrd="0" presId="urn:microsoft.com/office/officeart/2008/layout/VerticalCurvedList"/>
    <dgm:cxn modelId="{E9E0BBD9-A7E0-444B-A334-623A90B54EF5}" type="presParOf" srcId="{EAB846A5-DBCF-45BA-BA54-B1B3180A3840}" destId="{934CB622-5046-4F58-A356-6DADFB946BA9}" srcOrd="4" destOrd="0" presId="urn:microsoft.com/office/officeart/2008/layout/VerticalCurvedList"/>
    <dgm:cxn modelId="{1C74D105-F013-4E38-9B55-18E40897C499}" type="presParOf" srcId="{934CB622-5046-4F58-A356-6DADFB946BA9}" destId="{823275B8-D816-4587-B094-745F70717832}" srcOrd="0" destOrd="0" presId="urn:microsoft.com/office/officeart/2008/layout/VerticalCurvedList"/>
    <dgm:cxn modelId="{0382B41F-A36E-4A4D-9987-D5A12554B35C}" type="presParOf" srcId="{EAB846A5-DBCF-45BA-BA54-B1B3180A3840}" destId="{C37F7735-F5E2-4525-9550-5346A099552E}" srcOrd="5" destOrd="0" presId="urn:microsoft.com/office/officeart/2008/layout/VerticalCurvedList"/>
    <dgm:cxn modelId="{BFE5B2F6-815C-404A-A76A-22CF49487552}" type="presParOf" srcId="{EAB846A5-DBCF-45BA-BA54-B1B3180A3840}" destId="{CF31A39A-388C-4CC6-B3F0-F8C92AF1F58C}" srcOrd="6" destOrd="0" presId="urn:microsoft.com/office/officeart/2008/layout/VerticalCurvedList"/>
    <dgm:cxn modelId="{88886DE5-E693-412B-B2E3-8D0719FD1ACC}" type="presParOf" srcId="{CF31A39A-388C-4CC6-B3F0-F8C92AF1F58C}" destId="{72B68395-917D-4784-BBB9-AE9F2B5F4932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6531B65-88DB-4855-880B-402450F78CF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0ED1DD81-5DDF-49D6-9ED2-A59739CDEC52}">
      <dgm:prSet phldrT="[텍스트]" phldr="0"/>
      <dgm:spPr/>
      <dgm:t>
        <a:bodyPr/>
        <a:lstStyle/>
        <a:p>
          <a:pPr latinLnBrk="1"/>
          <a:r>
            <a:rPr lang="ko-KR" altLang="en-US" dirty="0" err="1"/>
            <a:t>요청시</a:t>
          </a:r>
          <a:r>
            <a:rPr lang="ko-KR" altLang="en-US" dirty="0"/>
            <a:t> </a:t>
          </a:r>
          <a:r>
            <a:rPr lang="en-US" altLang="ko-KR" dirty="0"/>
            <a:t>A</a:t>
          </a:r>
          <a:r>
            <a:rPr lang="ko-KR" altLang="en-US" dirty="0"/>
            <a:t>형식 사용</a:t>
          </a:r>
        </a:p>
      </dgm:t>
    </dgm:pt>
    <dgm:pt modelId="{1C3259D2-1DDF-40A2-8E57-45622A2E5594}" type="parTrans" cxnId="{1F5286D0-084C-4BD2-A44A-4AE0B67EBFCF}">
      <dgm:prSet/>
      <dgm:spPr/>
      <dgm:t>
        <a:bodyPr/>
        <a:lstStyle/>
        <a:p>
          <a:pPr latinLnBrk="1"/>
          <a:endParaRPr lang="ko-KR" altLang="en-US"/>
        </a:p>
      </dgm:t>
    </dgm:pt>
    <dgm:pt modelId="{3B659628-A843-40AF-BF37-BECC95B3F099}" type="sibTrans" cxnId="{1F5286D0-084C-4BD2-A44A-4AE0B67EBFCF}">
      <dgm:prSet/>
      <dgm:spPr/>
      <dgm:t>
        <a:bodyPr/>
        <a:lstStyle/>
        <a:p>
          <a:pPr latinLnBrk="1"/>
          <a:endParaRPr lang="ko-KR" altLang="en-US"/>
        </a:p>
      </dgm:t>
    </dgm:pt>
    <dgm:pt modelId="{59557CF3-29B2-45F7-A96A-70C300BAD116}">
      <dgm:prSet phldrT="[텍스트]"/>
      <dgm:spPr/>
      <dgm:t>
        <a:bodyPr/>
        <a:lstStyle/>
        <a:p>
          <a:pPr latinLnBrk="1"/>
          <a:r>
            <a:rPr lang="ko-KR" altLang="en-US" dirty="0"/>
            <a:t>기준시간 초과 시 전화 </a:t>
          </a:r>
          <a:r>
            <a:rPr lang="en-US" altLang="ko-KR" dirty="0"/>
            <a:t>1</a:t>
          </a:r>
          <a:r>
            <a:rPr lang="ko-KR" altLang="en-US" dirty="0"/>
            <a:t>회</a:t>
          </a:r>
        </a:p>
      </dgm:t>
    </dgm:pt>
    <dgm:pt modelId="{18EDDD86-44AF-4D7D-8D89-BD548904CFA3}" type="parTrans" cxnId="{C5B2C9BC-11BA-4CE9-93DF-5F63EACE0C17}">
      <dgm:prSet/>
      <dgm:spPr/>
      <dgm:t>
        <a:bodyPr/>
        <a:lstStyle/>
        <a:p>
          <a:pPr latinLnBrk="1"/>
          <a:endParaRPr lang="ko-KR" altLang="en-US"/>
        </a:p>
      </dgm:t>
    </dgm:pt>
    <dgm:pt modelId="{F95DF74E-BB0D-40FF-B43F-D43F63A99B3F}" type="sibTrans" cxnId="{C5B2C9BC-11BA-4CE9-93DF-5F63EACE0C17}">
      <dgm:prSet/>
      <dgm:spPr/>
      <dgm:t>
        <a:bodyPr/>
        <a:lstStyle/>
        <a:p>
          <a:pPr latinLnBrk="1"/>
          <a:endParaRPr lang="ko-KR" altLang="en-US"/>
        </a:p>
      </dgm:t>
    </dgm:pt>
    <dgm:pt modelId="{792B929A-AAF8-44EF-86D6-FDFDAE4A64CA}">
      <dgm:prSet phldrT="[텍스트]"/>
      <dgm:spPr/>
      <dgm:t>
        <a:bodyPr/>
        <a:lstStyle/>
        <a:p>
          <a:pPr latinLnBrk="1"/>
          <a:r>
            <a:rPr lang="ko-KR" altLang="en-US" dirty="0"/>
            <a:t>완료 기록 확인</a:t>
          </a:r>
        </a:p>
      </dgm:t>
    </dgm:pt>
    <dgm:pt modelId="{9760E45A-5EAF-43EE-BA19-E17A30E0AF14}" type="parTrans" cxnId="{B96DA0E7-CBDE-465A-B77A-68E5408878A1}">
      <dgm:prSet/>
      <dgm:spPr/>
      <dgm:t>
        <a:bodyPr/>
        <a:lstStyle/>
        <a:p>
          <a:pPr latinLnBrk="1"/>
          <a:endParaRPr lang="ko-KR" altLang="en-US"/>
        </a:p>
      </dgm:t>
    </dgm:pt>
    <dgm:pt modelId="{FFBCCD4A-BA8C-48D3-A500-D4B8C28479A4}" type="sibTrans" cxnId="{B96DA0E7-CBDE-465A-B77A-68E5408878A1}">
      <dgm:prSet/>
      <dgm:spPr/>
      <dgm:t>
        <a:bodyPr/>
        <a:lstStyle/>
        <a:p>
          <a:pPr latinLnBrk="1"/>
          <a:endParaRPr lang="ko-KR" altLang="en-US"/>
        </a:p>
      </dgm:t>
    </dgm:pt>
    <dgm:pt modelId="{18B3BE30-615C-4719-BC22-2F52FB22F8A0}" type="pres">
      <dgm:prSet presAssocID="{06531B65-88DB-4855-880B-402450F78CF7}" presName="linear" presStyleCnt="0">
        <dgm:presLayoutVars>
          <dgm:dir/>
          <dgm:animLvl val="lvl"/>
          <dgm:resizeHandles val="exact"/>
        </dgm:presLayoutVars>
      </dgm:prSet>
      <dgm:spPr/>
    </dgm:pt>
    <dgm:pt modelId="{DDB59A1B-6549-4782-9785-0DBDDF38F0BD}" type="pres">
      <dgm:prSet presAssocID="{0ED1DD81-5DDF-49D6-9ED2-A59739CDEC52}" presName="parentLin" presStyleCnt="0"/>
      <dgm:spPr/>
    </dgm:pt>
    <dgm:pt modelId="{1DC41133-6D36-4894-A52A-C4B106C4D8A3}" type="pres">
      <dgm:prSet presAssocID="{0ED1DD81-5DDF-49D6-9ED2-A59739CDEC52}" presName="parentLeftMargin" presStyleLbl="node1" presStyleIdx="0" presStyleCnt="3"/>
      <dgm:spPr/>
    </dgm:pt>
    <dgm:pt modelId="{4346B6DA-DDE4-4CA6-8509-4765A15FDB32}" type="pres">
      <dgm:prSet presAssocID="{0ED1DD81-5DDF-49D6-9ED2-A59739CDEC5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3384F4D8-355A-4FBB-9CD4-FB6869B3DF5F}" type="pres">
      <dgm:prSet presAssocID="{0ED1DD81-5DDF-49D6-9ED2-A59739CDEC52}" presName="negativeSpace" presStyleCnt="0"/>
      <dgm:spPr/>
    </dgm:pt>
    <dgm:pt modelId="{5B5333E4-D7F2-4458-B654-7233468E0243}" type="pres">
      <dgm:prSet presAssocID="{0ED1DD81-5DDF-49D6-9ED2-A59739CDEC52}" presName="childText" presStyleLbl="conFgAcc1" presStyleIdx="0" presStyleCnt="3">
        <dgm:presLayoutVars>
          <dgm:bulletEnabled val="1"/>
        </dgm:presLayoutVars>
      </dgm:prSet>
      <dgm:spPr/>
    </dgm:pt>
    <dgm:pt modelId="{7AEE640A-CCD2-43DE-81C5-53FF80034F88}" type="pres">
      <dgm:prSet presAssocID="{3B659628-A843-40AF-BF37-BECC95B3F099}" presName="spaceBetweenRectangles" presStyleCnt="0"/>
      <dgm:spPr/>
    </dgm:pt>
    <dgm:pt modelId="{0EE69CC6-439B-4364-AB7F-999D16A583DE}" type="pres">
      <dgm:prSet presAssocID="{59557CF3-29B2-45F7-A96A-70C300BAD116}" presName="parentLin" presStyleCnt="0"/>
      <dgm:spPr/>
    </dgm:pt>
    <dgm:pt modelId="{6D89C925-73BA-4165-ABA7-AEDBCA8346AD}" type="pres">
      <dgm:prSet presAssocID="{59557CF3-29B2-45F7-A96A-70C300BAD116}" presName="parentLeftMargin" presStyleLbl="node1" presStyleIdx="0" presStyleCnt="3"/>
      <dgm:spPr/>
    </dgm:pt>
    <dgm:pt modelId="{F6C70BF1-7A6E-4CE2-AE83-506CA6726BB8}" type="pres">
      <dgm:prSet presAssocID="{59557CF3-29B2-45F7-A96A-70C300BAD11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1E07711-F1E0-4F0C-A355-82A854A3AF92}" type="pres">
      <dgm:prSet presAssocID="{59557CF3-29B2-45F7-A96A-70C300BAD116}" presName="negativeSpace" presStyleCnt="0"/>
      <dgm:spPr/>
    </dgm:pt>
    <dgm:pt modelId="{71CE3342-BA66-4C25-B90E-35CDF3363B36}" type="pres">
      <dgm:prSet presAssocID="{59557CF3-29B2-45F7-A96A-70C300BAD116}" presName="childText" presStyleLbl="conFgAcc1" presStyleIdx="1" presStyleCnt="3">
        <dgm:presLayoutVars>
          <dgm:bulletEnabled val="1"/>
        </dgm:presLayoutVars>
      </dgm:prSet>
      <dgm:spPr/>
    </dgm:pt>
    <dgm:pt modelId="{5BFF83D0-1786-4C23-AD2C-1D35CE1B720C}" type="pres">
      <dgm:prSet presAssocID="{F95DF74E-BB0D-40FF-B43F-D43F63A99B3F}" presName="spaceBetweenRectangles" presStyleCnt="0"/>
      <dgm:spPr/>
    </dgm:pt>
    <dgm:pt modelId="{C31A81D4-7FB1-499D-A584-72EA66CE8487}" type="pres">
      <dgm:prSet presAssocID="{792B929A-AAF8-44EF-86D6-FDFDAE4A64CA}" presName="parentLin" presStyleCnt="0"/>
      <dgm:spPr/>
    </dgm:pt>
    <dgm:pt modelId="{7897424B-1686-4230-8825-5C0A86C00BFA}" type="pres">
      <dgm:prSet presAssocID="{792B929A-AAF8-44EF-86D6-FDFDAE4A64CA}" presName="parentLeftMargin" presStyleLbl="node1" presStyleIdx="1" presStyleCnt="3"/>
      <dgm:spPr/>
    </dgm:pt>
    <dgm:pt modelId="{7A823FC7-D599-4DAF-8A9B-25E42B55B64B}" type="pres">
      <dgm:prSet presAssocID="{792B929A-AAF8-44EF-86D6-FDFDAE4A64CA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256EDD96-C063-4444-A5F1-6195C283EC0E}" type="pres">
      <dgm:prSet presAssocID="{792B929A-AAF8-44EF-86D6-FDFDAE4A64CA}" presName="negativeSpace" presStyleCnt="0"/>
      <dgm:spPr/>
    </dgm:pt>
    <dgm:pt modelId="{E46D8C9B-32AA-467F-9F21-B294E0448155}" type="pres">
      <dgm:prSet presAssocID="{792B929A-AAF8-44EF-86D6-FDFDAE4A64C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3D299445-C8C0-4468-BE52-AC9510C9255F}" type="presOf" srcId="{0ED1DD81-5DDF-49D6-9ED2-A59739CDEC52}" destId="{4346B6DA-DDE4-4CA6-8509-4765A15FDB32}" srcOrd="1" destOrd="0" presId="urn:microsoft.com/office/officeart/2005/8/layout/list1"/>
    <dgm:cxn modelId="{1A976547-4508-4C7C-89D6-7BC64016D579}" type="presOf" srcId="{792B929A-AAF8-44EF-86D6-FDFDAE4A64CA}" destId="{7897424B-1686-4230-8825-5C0A86C00BFA}" srcOrd="0" destOrd="0" presId="urn:microsoft.com/office/officeart/2005/8/layout/list1"/>
    <dgm:cxn modelId="{39EDF854-5A87-49E1-8547-CE4A6EA7D86A}" type="presOf" srcId="{59557CF3-29B2-45F7-A96A-70C300BAD116}" destId="{6D89C925-73BA-4165-ABA7-AEDBCA8346AD}" srcOrd="0" destOrd="0" presId="urn:microsoft.com/office/officeart/2005/8/layout/list1"/>
    <dgm:cxn modelId="{8378D777-2355-49CE-8869-93CC5F36A368}" type="presOf" srcId="{59557CF3-29B2-45F7-A96A-70C300BAD116}" destId="{F6C70BF1-7A6E-4CE2-AE83-506CA6726BB8}" srcOrd="1" destOrd="0" presId="urn:microsoft.com/office/officeart/2005/8/layout/list1"/>
    <dgm:cxn modelId="{C5B2C9BC-11BA-4CE9-93DF-5F63EACE0C17}" srcId="{06531B65-88DB-4855-880B-402450F78CF7}" destId="{59557CF3-29B2-45F7-A96A-70C300BAD116}" srcOrd="1" destOrd="0" parTransId="{18EDDD86-44AF-4D7D-8D89-BD548904CFA3}" sibTransId="{F95DF74E-BB0D-40FF-B43F-D43F63A99B3F}"/>
    <dgm:cxn modelId="{1F5286D0-084C-4BD2-A44A-4AE0B67EBFCF}" srcId="{06531B65-88DB-4855-880B-402450F78CF7}" destId="{0ED1DD81-5DDF-49D6-9ED2-A59739CDEC52}" srcOrd="0" destOrd="0" parTransId="{1C3259D2-1DDF-40A2-8E57-45622A2E5594}" sibTransId="{3B659628-A843-40AF-BF37-BECC95B3F099}"/>
    <dgm:cxn modelId="{CEDE8BE7-C1C0-47C9-A7DF-894F896A2C3F}" type="presOf" srcId="{0ED1DD81-5DDF-49D6-9ED2-A59739CDEC52}" destId="{1DC41133-6D36-4894-A52A-C4B106C4D8A3}" srcOrd="0" destOrd="0" presId="urn:microsoft.com/office/officeart/2005/8/layout/list1"/>
    <dgm:cxn modelId="{B96DA0E7-CBDE-465A-B77A-68E5408878A1}" srcId="{06531B65-88DB-4855-880B-402450F78CF7}" destId="{792B929A-AAF8-44EF-86D6-FDFDAE4A64CA}" srcOrd="2" destOrd="0" parTransId="{9760E45A-5EAF-43EE-BA19-E17A30E0AF14}" sibTransId="{FFBCCD4A-BA8C-48D3-A500-D4B8C28479A4}"/>
    <dgm:cxn modelId="{D8DF87F9-6817-4AE5-B3AF-B75A905902A3}" type="presOf" srcId="{06531B65-88DB-4855-880B-402450F78CF7}" destId="{18B3BE30-615C-4719-BC22-2F52FB22F8A0}" srcOrd="0" destOrd="0" presId="urn:microsoft.com/office/officeart/2005/8/layout/list1"/>
    <dgm:cxn modelId="{C70D5BFB-EED2-44A9-8E14-A79CC38ACB19}" type="presOf" srcId="{792B929A-AAF8-44EF-86D6-FDFDAE4A64CA}" destId="{7A823FC7-D599-4DAF-8A9B-25E42B55B64B}" srcOrd="1" destOrd="0" presId="urn:microsoft.com/office/officeart/2005/8/layout/list1"/>
    <dgm:cxn modelId="{313D2D66-2D20-42EE-8323-A13FEF586804}" type="presParOf" srcId="{18B3BE30-615C-4719-BC22-2F52FB22F8A0}" destId="{DDB59A1B-6549-4782-9785-0DBDDF38F0BD}" srcOrd="0" destOrd="0" presId="urn:microsoft.com/office/officeart/2005/8/layout/list1"/>
    <dgm:cxn modelId="{762BCCD7-7FBF-4DEA-B379-07F442B1BA2E}" type="presParOf" srcId="{DDB59A1B-6549-4782-9785-0DBDDF38F0BD}" destId="{1DC41133-6D36-4894-A52A-C4B106C4D8A3}" srcOrd="0" destOrd="0" presId="urn:microsoft.com/office/officeart/2005/8/layout/list1"/>
    <dgm:cxn modelId="{77ECD798-12E5-4603-8CE5-C2D7E199AF42}" type="presParOf" srcId="{DDB59A1B-6549-4782-9785-0DBDDF38F0BD}" destId="{4346B6DA-DDE4-4CA6-8509-4765A15FDB32}" srcOrd="1" destOrd="0" presId="urn:microsoft.com/office/officeart/2005/8/layout/list1"/>
    <dgm:cxn modelId="{87DD251C-081F-4FDB-92B9-CD10E2AB5E6E}" type="presParOf" srcId="{18B3BE30-615C-4719-BC22-2F52FB22F8A0}" destId="{3384F4D8-355A-4FBB-9CD4-FB6869B3DF5F}" srcOrd="1" destOrd="0" presId="urn:microsoft.com/office/officeart/2005/8/layout/list1"/>
    <dgm:cxn modelId="{271B22FE-B280-47F4-98EF-B974E3F317C2}" type="presParOf" srcId="{18B3BE30-615C-4719-BC22-2F52FB22F8A0}" destId="{5B5333E4-D7F2-4458-B654-7233468E0243}" srcOrd="2" destOrd="0" presId="urn:microsoft.com/office/officeart/2005/8/layout/list1"/>
    <dgm:cxn modelId="{10E9535C-29EE-4C59-B327-C3094B8536C4}" type="presParOf" srcId="{18B3BE30-615C-4719-BC22-2F52FB22F8A0}" destId="{7AEE640A-CCD2-43DE-81C5-53FF80034F88}" srcOrd="3" destOrd="0" presId="urn:microsoft.com/office/officeart/2005/8/layout/list1"/>
    <dgm:cxn modelId="{EBEF6454-3E46-40A3-B84E-FAFAC4880085}" type="presParOf" srcId="{18B3BE30-615C-4719-BC22-2F52FB22F8A0}" destId="{0EE69CC6-439B-4364-AB7F-999D16A583DE}" srcOrd="4" destOrd="0" presId="urn:microsoft.com/office/officeart/2005/8/layout/list1"/>
    <dgm:cxn modelId="{36802FF6-459A-453D-BC53-46CD3665BBAB}" type="presParOf" srcId="{0EE69CC6-439B-4364-AB7F-999D16A583DE}" destId="{6D89C925-73BA-4165-ABA7-AEDBCA8346AD}" srcOrd="0" destOrd="0" presId="urn:microsoft.com/office/officeart/2005/8/layout/list1"/>
    <dgm:cxn modelId="{7AF9E48E-6874-40FD-BC8F-3B1715A1E201}" type="presParOf" srcId="{0EE69CC6-439B-4364-AB7F-999D16A583DE}" destId="{F6C70BF1-7A6E-4CE2-AE83-506CA6726BB8}" srcOrd="1" destOrd="0" presId="urn:microsoft.com/office/officeart/2005/8/layout/list1"/>
    <dgm:cxn modelId="{24A639E5-844B-4FE2-BD04-30E70DEFA18F}" type="presParOf" srcId="{18B3BE30-615C-4719-BC22-2F52FB22F8A0}" destId="{E1E07711-F1E0-4F0C-A355-82A854A3AF92}" srcOrd="5" destOrd="0" presId="urn:microsoft.com/office/officeart/2005/8/layout/list1"/>
    <dgm:cxn modelId="{5CBD5887-D3BD-4703-92AD-6C36D7E9E1EA}" type="presParOf" srcId="{18B3BE30-615C-4719-BC22-2F52FB22F8A0}" destId="{71CE3342-BA66-4C25-B90E-35CDF3363B36}" srcOrd="6" destOrd="0" presId="urn:microsoft.com/office/officeart/2005/8/layout/list1"/>
    <dgm:cxn modelId="{39B6C4E4-82D3-42B6-959F-462FEE7C7226}" type="presParOf" srcId="{18B3BE30-615C-4719-BC22-2F52FB22F8A0}" destId="{5BFF83D0-1786-4C23-AD2C-1D35CE1B720C}" srcOrd="7" destOrd="0" presId="urn:microsoft.com/office/officeart/2005/8/layout/list1"/>
    <dgm:cxn modelId="{928802CF-F590-4A56-9B13-AFAEEC6FD2AC}" type="presParOf" srcId="{18B3BE30-615C-4719-BC22-2F52FB22F8A0}" destId="{C31A81D4-7FB1-499D-A584-72EA66CE8487}" srcOrd="8" destOrd="0" presId="urn:microsoft.com/office/officeart/2005/8/layout/list1"/>
    <dgm:cxn modelId="{57F0D2B1-58B7-4FD3-A715-FFC002AFAE56}" type="presParOf" srcId="{C31A81D4-7FB1-499D-A584-72EA66CE8487}" destId="{7897424B-1686-4230-8825-5C0A86C00BFA}" srcOrd="0" destOrd="0" presId="urn:microsoft.com/office/officeart/2005/8/layout/list1"/>
    <dgm:cxn modelId="{215D16AA-CEB4-43E1-8955-6256C25408D6}" type="presParOf" srcId="{C31A81D4-7FB1-499D-A584-72EA66CE8487}" destId="{7A823FC7-D599-4DAF-8A9B-25E42B55B64B}" srcOrd="1" destOrd="0" presId="urn:microsoft.com/office/officeart/2005/8/layout/list1"/>
    <dgm:cxn modelId="{C2C25B26-9F17-49E0-8126-6576663DA6FD}" type="presParOf" srcId="{18B3BE30-615C-4719-BC22-2F52FB22F8A0}" destId="{256EDD96-C063-4444-A5F1-6195C283EC0E}" srcOrd="9" destOrd="0" presId="urn:microsoft.com/office/officeart/2005/8/layout/list1"/>
    <dgm:cxn modelId="{0196DBE6-4C6E-4764-9367-D3E570F89D57}" type="presParOf" srcId="{18B3BE30-615C-4719-BC22-2F52FB22F8A0}" destId="{E46D8C9B-32AA-467F-9F21-B294E0448155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BF0C15-B4BB-4B8A-A489-22BCBAA5057F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3DB166-BBEE-4936-893E-6702F4A923EC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현재 협업의 어려움</a:t>
          </a:r>
        </a:p>
      </dsp:txBody>
      <dsp:txXfrm>
        <a:off x="573335" y="67003"/>
        <a:ext cx="7265810" cy="879050"/>
      </dsp:txXfrm>
    </dsp:sp>
    <dsp:sp modelId="{B7EF995D-6D5F-4454-A0C9-444551D8D7D0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27F47E-CB8F-4DBA-9214-0AB3938F0706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전화</a:t>
          </a:r>
          <a:r>
            <a:rPr lang="en-US" altLang="ko-KR" sz="3300" kern="1200" dirty="0"/>
            <a:t>, </a:t>
          </a:r>
          <a:r>
            <a:rPr lang="ko-KR" altLang="en-US" sz="3300" kern="1200" dirty="0"/>
            <a:t>문자 중심 협업 문제</a:t>
          </a:r>
        </a:p>
      </dsp:txBody>
      <dsp:txXfrm>
        <a:off x="573335" y="1563884"/>
        <a:ext cx="7265810" cy="879050"/>
      </dsp:txXfrm>
    </dsp:sp>
    <dsp:sp modelId="{F333FA12-C875-4BCD-A0AD-BA91AA33F98E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B94BA3-072E-4B7E-AE97-724E5CF8A978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개선 필요성</a:t>
          </a:r>
        </a:p>
      </dsp:txBody>
      <dsp:txXfrm>
        <a:off x="573335" y="3060764"/>
        <a:ext cx="7265810" cy="8790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8C1CCD-79D0-4A44-8D1B-827D86C39BBC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8E4D35-F7D0-43C6-B60F-34C1F08E6B8B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QI</a:t>
          </a:r>
          <a:r>
            <a:rPr lang="ko-KR" altLang="en-US" sz="3300" kern="1200" dirty="0"/>
            <a:t>협업 개선 프로젝트</a:t>
          </a:r>
        </a:p>
      </dsp:txBody>
      <dsp:txXfrm>
        <a:off x="573335" y="67003"/>
        <a:ext cx="7265810" cy="879050"/>
      </dsp:txXfrm>
    </dsp:sp>
    <dsp:sp modelId="{AFFBBEEB-3563-47B2-8313-5A52D2B18EAF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AA2036-7315-4088-8C42-F89F2393D956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협업 운영 목표</a:t>
          </a:r>
        </a:p>
      </dsp:txBody>
      <dsp:txXfrm>
        <a:off x="573335" y="1563884"/>
        <a:ext cx="7265810" cy="879050"/>
      </dsp:txXfrm>
    </dsp:sp>
    <dsp:sp modelId="{3ED73B04-F469-47AF-8F97-F194EE3DB7F2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E1351F-9664-49ED-A0E3-39CCC0D6B1AF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협업 시스템 개요</a:t>
          </a:r>
        </a:p>
      </dsp:txBody>
      <dsp:txXfrm>
        <a:off x="573335" y="3060764"/>
        <a:ext cx="7265810" cy="87905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5AE249-25F3-42D4-B9C9-A6006B264ED7}">
      <dsp:nvSpPr>
        <dsp:cNvPr id="0" name=""/>
        <dsp:cNvSpPr/>
      </dsp:nvSpPr>
      <dsp:spPr>
        <a:xfrm>
          <a:off x="788669" y="0"/>
          <a:ext cx="89382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C839A0-7D67-43ED-8FB3-AD411448DB67}">
      <dsp:nvSpPr>
        <dsp:cNvPr id="0" name=""/>
        <dsp:cNvSpPr/>
      </dsp:nvSpPr>
      <dsp:spPr>
        <a:xfrm>
          <a:off x="3722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A:</a:t>
          </a:r>
          <a:r>
            <a:rPr lang="ko-KR" altLang="en-US" sz="4100" kern="1200" dirty="0"/>
            <a:t>요청 기록</a:t>
          </a:r>
        </a:p>
      </dsp:txBody>
      <dsp:txXfrm>
        <a:off x="88688" y="1390367"/>
        <a:ext cx="3103099" cy="1570603"/>
      </dsp:txXfrm>
    </dsp:sp>
    <dsp:sp modelId="{276EF6A0-D92A-4691-A6A8-3558AB334C60}">
      <dsp:nvSpPr>
        <dsp:cNvPr id="0" name=""/>
        <dsp:cNvSpPr/>
      </dsp:nvSpPr>
      <dsp:spPr>
        <a:xfrm>
          <a:off x="3621284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C:</a:t>
          </a:r>
          <a:r>
            <a:rPr lang="ko-KR" altLang="en-US" sz="4100" kern="1200" dirty="0"/>
            <a:t>지연 보호</a:t>
          </a:r>
        </a:p>
      </dsp:txBody>
      <dsp:txXfrm>
        <a:off x="3706250" y="1390367"/>
        <a:ext cx="3103099" cy="1570603"/>
      </dsp:txXfrm>
    </dsp:sp>
    <dsp:sp modelId="{1952A144-A32E-44F6-A247-F84C59807EA2}">
      <dsp:nvSpPr>
        <dsp:cNvPr id="0" name=""/>
        <dsp:cNvSpPr/>
      </dsp:nvSpPr>
      <dsp:spPr>
        <a:xfrm>
          <a:off x="7238845" y="1305401"/>
          <a:ext cx="3273031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4100" kern="1200" dirty="0"/>
            <a:t>D:</a:t>
          </a:r>
          <a:r>
            <a:rPr lang="ko-KR" altLang="en-US" sz="4100" kern="1200" dirty="0"/>
            <a:t>완료 기록</a:t>
          </a:r>
        </a:p>
      </dsp:txBody>
      <dsp:txXfrm>
        <a:off x="7323811" y="1390367"/>
        <a:ext cx="3103099" cy="157060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42C5B0-FD51-4716-B80F-31EED1EA2A89}">
      <dsp:nvSpPr>
        <dsp:cNvPr id="0" name=""/>
        <dsp:cNvSpPr/>
      </dsp:nvSpPr>
      <dsp:spPr>
        <a:xfrm>
          <a:off x="-4919424" y="-753830"/>
          <a:ext cx="5858998" cy="5858998"/>
        </a:xfrm>
        <a:prstGeom prst="blockArc">
          <a:avLst>
            <a:gd name="adj1" fmla="val 18900000"/>
            <a:gd name="adj2" fmla="val 2700000"/>
            <a:gd name="adj3" fmla="val 369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AFEA90-1026-4CE9-830F-16F5289D9264}">
      <dsp:nvSpPr>
        <dsp:cNvPr id="0" name=""/>
        <dsp:cNvSpPr/>
      </dsp:nvSpPr>
      <dsp:spPr>
        <a:xfrm>
          <a:off x="604289" y="435133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협업 처리 흐름</a:t>
          </a:r>
        </a:p>
      </dsp:txBody>
      <dsp:txXfrm>
        <a:off x="604289" y="435133"/>
        <a:ext cx="9851585" cy="870267"/>
      </dsp:txXfrm>
    </dsp:sp>
    <dsp:sp modelId="{3F3517E9-43A5-4DDB-9DEC-7D54BCF8D614}">
      <dsp:nvSpPr>
        <dsp:cNvPr id="0" name=""/>
        <dsp:cNvSpPr/>
      </dsp:nvSpPr>
      <dsp:spPr>
        <a:xfrm>
          <a:off x="60372" y="326350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32B2A0-29AF-477C-A6C1-0739246E5005}">
      <dsp:nvSpPr>
        <dsp:cNvPr id="0" name=""/>
        <dsp:cNvSpPr/>
      </dsp:nvSpPr>
      <dsp:spPr>
        <a:xfrm>
          <a:off x="920631" y="1740535"/>
          <a:ext cx="9535243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400" kern="1200" dirty="0"/>
            <a:t>10/4/12 </a:t>
          </a:r>
          <a:r>
            <a:rPr lang="ko-KR" altLang="en-US" sz="3400" kern="1200" dirty="0"/>
            <a:t>응답 기준</a:t>
          </a:r>
        </a:p>
      </dsp:txBody>
      <dsp:txXfrm>
        <a:off x="920631" y="1740535"/>
        <a:ext cx="9535243" cy="870267"/>
      </dsp:txXfrm>
    </dsp:sp>
    <dsp:sp modelId="{7EC50EF5-AC9F-4B52-9632-3AAD233D45AD}">
      <dsp:nvSpPr>
        <dsp:cNvPr id="0" name=""/>
        <dsp:cNvSpPr/>
      </dsp:nvSpPr>
      <dsp:spPr>
        <a:xfrm>
          <a:off x="376714" y="1631751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185C61-9CB9-4158-88F1-7C562383DEAA}">
      <dsp:nvSpPr>
        <dsp:cNvPr id="0" name=""/>
        <dsp:cNvSpPr/>
      </dsp:nvSpPr>
      <dsp:spPr>
        <a:xfrm>
          <a:off x="604289" y="3045936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보호 기록 체계</a:t>
          </a:r>
        </a:p>
      </dsp:txBody>
      <dsp:txXfrm>
        <a:off x="604289" y="3045936"/>
        <a:ext cx="9851585" cy="870267"/>
      </dsp:txXfrm>
    </dsp:sp>
    <dsp:sp modelId="{54EC92B6-FB0E-49A4-B852-CFB28263873C}">
      <dsp:nvSpPr>
        <dsp:cNvPr id="0" name=""/>
        <dsp:cNvSpPr/>
      </dsp:nvSpPr>
      <dsp:spPr>
        <a:xfrm>
          <a:off x="60372" y="2937153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A0B230-D8BE-4473-8361-EE548643D787}">
      <dsp:nvSpPr>
        <dsp:cNvPr id="0" name=""/>
        <dsp:cNvSpPr/>
      </dsp:nvSpPr>
      <dsp:spPr>
        <a:xfrm>
          <a:off x="4206240" y="531"/>
          <a:ext cx="6309360" cy="207155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90" tIns="21590" rIns="21590" bIns="21590" numCol="1" spcCol="1270" anchor="t" anchorCtr="0">
          <a:noAutofit/>
        </a:bodyPr>
        <a:lstStyle/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실제 </a:t>
          </a:r>
          <a:r>
            <a:rPr lang="ko-KR" altLang="en-US" sz="3400" kern="1200" dirty="0" err="1"/>
            <a:t>협업예시</a:t>
          </a:r>
          <a:endParaRPr lang="ko-KR" altLang="en-US" sz="3400" kern="1200" dirty="0"/>
        </a:p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실제 </a:t>
          </a:r>
          <a:r>
            <a:rPr lang="ko-KR" altLang="en-US" sz="3400" kern="1200" dirty="0" err="1"/>
            <a:t>협업방</a:t>
          </a:r>
          <a:r>
            <a:rPr lang="ko-KR" altLang="en-US" sz="3400" kern="1200" dirty="0"/>
            <a:t> 운영병동</a:t>
          </a:r>
        </a:p>
      </dsp:txBody>
      <dsp:txXfrm>
        <a:off x="4206240" y="259476"/>
        <a:ext cx="5532525" cy="1553669"/>
      </dsp:txXfrm>
    </dsp:sp>
    <dsp:sp modelId="{550A305C-5CD6-4C6A-88E4-647357624997}">
      <dsp:nvSpPr>
        <dsp:cNvPr id="0" name=""/>
        <dsp:cNvSpPr/>
      </dsp:nvSpPr>
      <dsp:spPr>
        <a:xfrm>
          <a:off x="0" y="531"/>
          <a:ext cx="4206240" cy="20715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120" tIns="99060" rIns="198120" bIns="99060" numCol="1" spcCol="1270" anchor="ctr" anchorCtr="0">
          <a:noAutofit/>
        </a:bodyPr>
        <a:lstStyle/>
        <a:p>
          <a:pPr marL="0" lvl="0" indent="0" algn="ctr" defTabSz="2311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5200" kern="1200" dirty="0"/>
            <a:t>협업 </a:t>
          </a:r>
          <a:r>
            <a:rPr lang="ko-KR" altLang="en-US" sz="5200" kern="1200" dirty="0" err="1"/>
            <a:t>메신져</a:t>
          </a:r>
          <a:endParaRPr lang="ko-KR" altLang="en-US" sz="5200" kern="1200" dirty="0"/>
        </a:p>
      </dsp:txBody>
      <dsp:txXfrm>
        <a:off x="101125" y="101656"/>
        <a:ext cx="4003990" cy="1869309"/>
      </dsp:txXfrm>
    </dsp:sp>
    <dsp:sp modelId="{B80B5446-8BD8-4D1E-9E11-7DE35974EE09}">
      <dsp:nvSpPr>
        <dsp:cNvPr id="0" name=""/>
        <dsp:cNvSpPr/>
      </dsp:nvSpPr>
      <dsp:spPr>
        <a:xfrm>
          <a:off x="4206240" y="2279246"/>
          <a:ext cx="6309360" cy="2071559"/>
        </a:xfrm>
        <a:prstGeom prst="rightArrow">
          <a:avLst>
            <a:gd name="adj1" fmla="val 75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90" tIns="21590" rIns="21590" bIns="21590" numCol="1" spcCol="1270" anchor="t" anchorCtr="0">
          <a:noAutofit/>
        </a:bodyPr>
        <a:lstStyle/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3400" kern="1200" dirty="0"/>
            <a:t>QR</a:t>
          </a:r>
          <a:r>
            <a:rPr lang="ko-KR" altLang="en-US" sz="3400" kern="1200" dirty="0"/>
            <a:t>웹 시전</a:t>
          </a:r>
        </a:p>
        <a:p>
          <a:pPr marL="285750" lvl="1" indent="-285750" algn="l" defTabSz="15113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3400" kern="1200" dirty="0"/>
            <a:t>포스터</a:t>
          </a:r>
          <a:r>
            <a:rPr lang="en-US" altLang="ko-KR" sz="3400" kern="1200" dirty="0"/>
            <a:t>, </a:t>
          </a:r>
          <a:r>
            <a:rPr lang="ko-KR" altLang="en-US" sz="3400" kern="1200" dirty="0"/>
            <a:t>스티커</a:t>
          </a:r>
        </a:p>
      </dsp:txBody>
      <dsp:txXfrm>
        <a:off x="4206240" y="2538191"/>
        <a:ext cx="5532525" cy="1553669"/>
      </dsp:txXfrm>
    </dsp:sp>
    <dsp:sp modelId="{B3D247D2-7F82-4064-934F-832F71F45B7A}">
      <dsp:nvSpPr>
        <dsp:cNvPr id="0" name=""/>
        <dsp:cNvSpPr/>
      </dsp:nvSpPr>
      <dsp:spPr>
        <a:xfrm>
          <a:off x="0" y="2279246"/>
          <a:ext cx="4206240" cy="20715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120" tIns="99060" rIns="198120" bIns="99060" numCol="1" spcCol="1270" anchor="ctr" anchorCtr="0">
          <a:noAutofit/>
        </a:bodyPr>
        <a:lstStyle/>
        <a:p>
          <a:pPr marL="0" lvl="0" indent="0" algn="ctr" defTabSz="2311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5200" kern="1200" dirty="0"/>
            <a:t>QR </a:t>
          </a:r>
          <a:r>
            <a:rPr lang="ko-KR" altLang="en-US" sz="5200" kern="1200" dirty="0"/>
            <a:t>웹</a:t>
          </a:r>
        </a:p>
      </dsp:txBody>
      <dsp:txXfrm>
        <a:off x="101125" y="2380371"/>
        <a:ext cx="4003990" cy="186930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659AFC-9936-40C6-9038-DB52D947D1B0}">
      <dsp:nvSpPr>
        <dsp:cNvPr id="0" name=""/>
        <dsp:cNvSpPr/>
      </dsp:nvSpPr>
      <dsp:spPr>
        <a:xfrm>
          <a:off x="2207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A</a:t>
          </a:r>
          <a:r>
            <a:rPr lang="ko-KR" altLang="en-US" sz="3300" kern="1200" dirty="0"/>
            <a:t>요청기록</a:t>
          </a:r>
          <a:r>
            <a:rPr lang="en-US" altLang="ko-KR" sz="3300" kern="1200" dirty="0"/>
            <a:t>	</a:t>
          </a:r>
          <a:endParaRPr lang="ko-KR" altLang="en-US" sz="3300" kern="1200" dirty="0"/>
        </a:p>
      </dsp:txBody>
      <dsp:txXfrm>
        <a:off x="2207" y="1740535"/>
        <a:ext cx="3435027" cy="1740535"/>
      </dsp:txXfrm>
    </dsp:sp>
    <dsp:sp modelId="{1B11FF98-C796-47A3-9CBD-4AA07E09F6A7}">
      <dsp:nvSpPr>
        <dsp:cNvPr id="0" name=""/>
        <dsp:cNvSpPr/>
      </dsp:nvSpPr>
      <dsp:spPr>
        <a:xfrm>
          <a:off x="995223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8D32F2-EA1E-4B4D-8EFE-B7546C5D2218}">
      <dsp:nvSpPr>
        <dsp:cNvPr id="0" name=""/>
        <dsp:cNvSpPr/>
      </dsp:nvSpPr>
      <dsp:spPr>
        <a:xfrm>
          <a:off x="3540286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C</a:t>
          </a:r>
          <a:r>
            <a:rPr lang="ko-KR" altLang="en-US" sz="3300" kern="1200" dirty="0"/>
            <a:t>보호기록</a:t>
          </a:r>
          <a:r>
            <a:rPr lang="en-US" altLang="ko-KR" sz="3300" kern="1200" dirty="0"/>
            <a:t>	</a:t>
          </a:r>
          <a:endParaRPr lang="ko-KR" altLang="en-US" sz="3300" kern="1200" dirty="0"/>
        </a:p>
      </dsp:txBody>
      <dsp:txXfrm>
        <a:off x="3540286" y="1740535"/>
        <a:ext cx="3435027" cy="1740535"/>
      </dsp:txXfrm>
    </dsp:sp>
    <dsp:sp modelId="{C2AD47BF-2E63-4141-B0EC-57E3931F5E1B}">
      <dsp:nvSpPr>
        <dsp:cNvPr id="0" name=""/>
        <dsp:cNvSpPr/>
      </dsp:nvSpPr>
      <dsp:spPr>
        <a:xfrm>
          <a:off x="4533302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F4A558-CE57-4699-BC87-2334F321065F}">
      <dsp:nvSpPr>
        <dsp:cNvPr id="0" name=""/>
        <dsp:cNvSpPr/>
      </dsp:nvSpPr>
      <dsp:spPr>
        <a:xfrm>
          <a:off x="7078364" y="0"/>
          <a:ext cx="3435027" cy="43513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4696" tIns="234696" rIns="234696" bIns="234696" numCol="1" spcCol="1270" anchor="ctr" anchorCtr="0">
          <a:noAutofit/>
        </a:bodyPr>
        <a:lstStyle/>
        <a:p>
          <a:pPr marL="0" lvl="0" indent="0" algn="ctr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3300" kern="1200" dirty="0"/>
            <a:t>D</a:t>
          </a:r>
          <a:r>
            <a:rPr lang="ko-KR" altLang="en-US" sz="3300" kern="1200" dirty="0"/>
            <a:t>완료기록</a:t>
          </a:r>
        </a:p>
      </dsp:txBody>
      <dsp:txXfrm>
        <a:off x="7078364" y="1740535"/>
        <a:ext cx="3435027" cy="1740535"/>
      </dsp:txXfrm>
    </dsp:sp>
    <dsp:sp modelId="{C02B7C50-9FDB-4712-A586-45EA39D6CCCC}">
      <dsp:nvSpPr>
        <dsp:cNvPr id="0" name=""/>
        <dsp:cNvSpPr/>
      </dsp:nvSpPr>
      <dsp:spPr>
        <a:xfrm>
          <a:off x="8071380" y="261080"/>
          <a:ext cx="1448995" cy="1448995"/>
        </a:xfrm>
        <a:prstGeom prst="ellipse">
          <a:avLst/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937D7B-2A7F-489E-97E0-0E9A71CAEE72}">
      <dsp:nvSpPr>
        <dsp:cNvPr id="0" name=""/>
        <dsp:cNvSpPr/>
      </dsp:nvSpPr>
      <dsp:spPr>
        <a:xfrm>
          <a:off x="420623" y="3481070"/>
          <a:ext cx="9674352" cy="652700"/>
        </a:xfrm>
        <a:prstGeom prst="leftRigh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4C9D45-ADBA-4A3B-8CDF-447DE4321B7E}">
      <dsp:nvSpPr>
        <dsp:cNvPr id="0" name=""/>
        <dsp:cNvSpPr/>
      </dsp:nvSpPr>
      <dsp:spPr>
        <a:xfrm>
          <a:off x="-4919424" y="-753830"/>
          <a:ext cx="5858998" cy="5858998"/>
        </a:xfrm>
        <a:prstGeom prst="blockArc">
          <a:avLst>
            <a:gd name="adj1" fmla="val 18900000"/>
            <a:gd name="adj2" fmla="val 2700000"/>
            <a:gd name="adj3" fmla="val 369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F84B83-6BCC-4C19-BA3C-ADE2ADB2B4F4}">
      <dsp:nvSpPr>
        <dsp:cNvPr id="0" name=""/>
        <dsp:cNvSpPr/>
      </dsp:nvSpPr>
      <dsp:spPr>
        <a:xfrm>
          <a:off x="474248" y="538652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병동</a:t>
          </a:r>
          <a:r>
            <a:rPr lang="en-US" altLang="ko-KR" sz="3400" kern="1200" dirty="0"/>
            <a:t>: </a:t>
          </a:r>
          <a:r>
            <a:rPr lang="ko-KR" altLang="en-US" sz="3400" kern="1200" dirty="0"/>
            <a:t>업무 예측 가능</a:t>
          </a:r>
          <a:r>
            <a:rPr lang="en-US" altLang="ko-KR" sz="3400" kern="1200" dirty="0"/>
            <a:t>.  </a:t>
          </a:r>
          <a:r>
            <a:rPr lang="ko-KR" altLang="en-US" sz="3400" kern="1200" dirty="0"/>
            <a:t>전화 확인 감소</a:t>
          </a:r>
        </a:p>
      </dsp:txBody>
      <dsp:txXfrm>
        <a:off x="474248" y="538652"/>
        <a:ext cx="9851585" cy="870267"/>
      </dsp:txXfrm>
    </dsp:sp>
    <dsp:sp modelId="{F77DCD82-0A80-44A4-AD01-6210F76F62E8}">
      <dsp:nvSpPr>
        <dsp:cNvPr id="0" name=""/>
        <dsp:cNvSpPr/>
      </dsp:nvSpPr>
      <dsp:spPr>
        <a:xfrm>
          <a:off x="60372" y="326350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3B745B-7471-4FE0-9431-C511D4F72372}">
      <dsp:nvSpPr>
        <dsp:cNvPr id="0" name=""/>
        <dsp:cNvSpPr/>
      </dsp:nvSpPr>
      <dsp:spPr>
        <a:xfrm>
          <a:off x="920631" y="1740535"/>
          <a:ext cx="9535243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진료지원간호사</a:t>
          </a:r>
          <a:r>
            <a:rPr lang="en-US" altLang="ko-KR" sz="3400" kern="1200" dirty="0"/>
            <a:t>:</a:t>
          </a:r>
          <a:r>
            <a:rPr lang="ko-KR" altLang="en-US" sz="3400" kern="1200" dirty="0"/>
            <a:t>업무 집중</a:t>
          </a:r>
          <a:r>
            <a:rPr lang="en-US" altLang="ko-KR" sz="3400" kern="1200" dirty="0"/>
            <a:t>, </a:t>
          </a:r>
          <a:r>
            <a:rPr lang="ko-KR" altLang="en-US" sz="3400" kern="1200" dirty="0"/>
            <a:t>협업 기록 확보</a:t>
          </a:r>
        </a:p>
      </dsp:txBody>
      <dsp:txXfrm>
        <a:off x="920631" y="1740535"/>
        <a:ext cx="9535243" cy="870267"/>
      </dsp:txXfrm>
    </dsp:sp>
    <dsp:sp modelId="{823275B8-D816-4587-B094-745F70717832}">
      <dsp:nvSpPr>
        <dsp:cNvPr id="0" name=""/>
        <dsp:cNvSpPr/>
      </dsp:nvSpPr>
      <dsp:spPr>
        <a:xfrm>
          <a:off x="376714" y="1631751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7F7735-F5E2-4525-9550-5346A099552E}">
      <dsp:nvSpPr>
        <dsp:cNvPr id="0" name=""/>
        <dsp:cNvSpPr/>
      </dsp:nvSpPr>
      <dsp:spPr>
        <a:xfrm>
          <a:off x="604289" y="3045936"/>
          <a:ext cx="9851585" cy="87026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0775" tIns="86360" rIns="86360" bIns="86360" numCol="1" spcCol="1270" anchor="ctr" anchorCtr="0">
          <a:noAutofit/>
        </a:bodyPr>
        <a:lstStyle/>
        <a:p>
          <a:pPr marL="0" lvl="0" indent="0" algn="l" defTabSz="1511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400" kern="1200" dirty="0"/>
            <a:t>환자</a:t>
          </a:r>
          <a:r>
            <a:rPr lang="en-US" altLang="ko-KR" sz="3400" kern="1200" dirty="0"/>
            <a:t>: </a:t>
          </a:r>
          <a:r>
            <a:rPr lang="ko-KR" altLang="en-US" sz="3400" kern="1200" dirty="0"/>
            <a:t>안전강화</a:t>
          </a:r>
        </a:p>
      </dsp:txBody>
      <dsp:txXfrm>
        <a:off x="604289" y="3045936"/>
        <a:ext cx="9851585" cy="870267"/>
      </dsp:txXfrm>
    </dsp:sp>
    <dsp:sp modelId="{72B68395-917D-4784-BBB9-AE9F2B5F4932}">
      <dsp:nvSpPr>
        <dsp:cNvPr id="0" name=""/>
        <dsp:cNvSpPr/>
      </dsp:nvSpPr>
      <dsp:spPr>
        <a:xfrm>
          <a:off x="60372" y="2937153"/>
          <a:ext cx="1087834" cy="108783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5333E4-D7F2-4458-B654-7233468E0243}">
      <dsp:nvSpPr>
        <dsp:cNvPr id="0" name=""/>
        <dsp:cNvSpPr/>
      </dsp:nvSpPr>
      <dsp:spPr>
        <a:xfrm>
          <a:off x="0" y="506528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46B6DA-DDE4-4CA6-8509-4765A15FDB32}">
      <dsp:nvSpPr>
        <dsp:cNvPr id="0" name=""/>
        <dsp:cNvSpPr/>
      </dsp:nvSpPr>
      <dsp:spPr>
        <a:xfrm>
          <a:off x="525780" y="19448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 err="1"/>
            <a:t>요청시</a:t>
          </a:r>
          <a:r>
            <a:rPr lang="ko-KR" altLang="en-US" sz="3300" kern="1200" dirty="0"/>
            <a:t> </a:t>
          </a:r>
          <a:r>
            <a:rPr lang="en-US" altLang="ko-KR" sz="3300" kern="1200" dirty="0"/>
            <a:t>A</a:t>
          </a:r>
          <a:r>
            <a:rPr lang="ko-KR" altLang="en-US" sz="3300" kern="1200" dirty="0"/>
            <a:t>형식 사용</a:t>
          </a:r>
        </a:p>
      </dsp:txBody>
      <dsp:txXfrm>
        <a:off x="573335" y="67003"/>
        <a:ext cx="7265810" cy="879050"/>
      </dsp:txXfrm>
    </dsp:sp>
    <dsp:sp modelId="{71CE3342-BA66-4C25-B90E-35CDF3363B36}">
      <dsp:nvSpPr>
        <dsp:cNvPr id="0" name=""/>
        <dsp:cNvSpPr/>
      </dsp:nvSpPr>
      <dsp:spPr>
        <a:xfrm>
          <a:off x="0" y="200340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C70BF1-7A6E-4CE2-AE83-506CA6726BB8}">
      <dsp:nvSpPr>
        <dsp:cNvPr id="0" name=""/>
        <dsp:cNvSpPr/>
      </dsp:nvSpPr>
      <dsp:spPr>
        <a:xfrm>
          <a:off x="525780" y="151632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기준시간 초과 시 전화 </a:t>
          </a:r>
          <a:r>
            <a:rPr lang="en-US" altLang="ko-KR" sz="3300" kern="1200" dirty="0"/>
            <a:t>1</a:t>
          </a:r>
          <a:r>
            <a:rPr lang="ko-KR" altLang="en-US" sz="3300" kern="1200" dirty="0"/>
            <a:t>회</a:t>
          </a:r>
        </a:p>
      </dsp:txBody>
      <dsp:txXfrm>
        <a:off x="573335" y="1563884"/>
        <a:ext cx="7265810" cy="879050"/>
      </dsp:txXfrm>
    </dsp:sp>
    <dsp:sp modelId="{E46D8C9B-32AA-467F-9F21-B294E0448155}">
      <dsp:nvSpPr>
        <dsp:cNvPr id="0" name=""/>
        <dsp:cNvSpPr/>
      </dsp:nvSpPr>
      <dsp:spPr>
        <a:xfrm>
          <a:off x="0" y="3500289"/>
          <a:ext cx="10515600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823FC7-D599-4DAF-8A9B-25E42B55B64B}">
      <dsp:nvSpPr>
        <dsp:cNvPr id="0" name=""/>
        <dsp:cNvSpPr/>
      </dsp:nvSpPr>
      <dsp:spPr>
        <a:xfrm>
          <a:off x="525780" y="3013209"/>
          <a:ext cx="7360920" cy="97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14668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300" kern="1200" dirty="0"/>
            <a:t>완료 기록 확인</a:t>
          </a:r>
        </a:p>
      </dsp:txBody>
      <dsp:txXfrm>
        <a:off x="573335" y="3060764"/>
        <a:ext cx="7265810" cy="87905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6">
  <dgm:title val=""/>
  <dgm:desc val=""/>
  <dgm:catLst>
    <dgm:cat type="process" pri="22000"/>
    <dgm:cat type="list" pri="1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w" for="ch" forName="linNode" refType="w"/>
      <dgm:constr type="h" for="ch" forName="linNode" refType="h"/>
      <dgm:constr type="h" for="ch" forName="spacing" refType="h" refFor="ch" refForName="linNode" fact="0.1"/>
      <dgm:constr type="primFontSz" for="des" forName="parentShp" op="equ" val="65"/>
      <dgm:constr type="primFontSz" for="des" forName="childShp" op="equ" val="65"/>
    </dgm:constrLst>
    <dgm:ruleLst/>
    <dgm:forEach name="Name1" axis="ch" ptType="node">
      <dgm:layoutNode name="linNode">
        <dgm:choose name="Name2">
          <dgm:if name="Name3" func="var" arg="dir" op="equ" val="norm">
            <dgm:alg type="lin">
              <dgm:param type="linDir" val="fromL"/>
            </dgm:alg>
          </dgm:if>
          <dgm:else name="Name4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if>
          <dgm:else name="Name7">
            <dgm:constrLst>
              <dgm:constr type="w" for="ch" forName="parentShp" refType="w" fact="0.4"/>
              <dgm:constr type="h" for="ch" forName="parentShp" refType="h"/>
              <dgm:constr type="w" for="ch" forName="childShp" refType="w" fact="0.6"/>
              <dgm:constr type="h" for="ch" forName="childShp" refType="h" refFor="ch" refForName="parentShp"/>
            </dgm:constrLst>
          </dgm:else>
        </dgm:choose>
        <dgm:ruleLst/>
        <dgm:layoutNode name="parentShp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childShp" styleLbl="bgAccFollowNode1">
          <dgm:varLst>
            <dgm:bulletEnabled val="1"/>
          </dgm:varLst>
          <dgm:alg type="tx">
            <dgm:param type="stBulletLvl" val="1"/>
          </dgm:alg>
          <dgm:choose name="Name8">
            <dgm:if name="Name9" func="var" arg="dir" op="equ" val="norm">
              <dgm:shape xmlns:r="http://schemas.openxmlformats.org/officeDocument/2006/relationships" type="rightArrow" r:blip="" zOrderOff="-2">
                <dgm:adjLst>
                  <dgm:adj idx="1" val="0.75"/>
                </dgm:adjLst>
              </dgm:shape>
            </dgm:if>
            <dgm:else name="Name10">
              <dgm:shape xmlns:r="http://schemas.openxmlformats.org/officeDocument/2006/relationships" rot="180" type="rightArrow" r:blip="" zOrderOff="-2">
                <dgm:adjLst>
                  <dgm:adj idx="1" val="0.7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forEach name="Name11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List7">
  <dgm:title val=""/>
  <dgm:desc val=""/>
  <dgm:catLst>
    <dgm:cat type="list" pri="12000"/>
    <dgm:cat type="process" pri="20000"/>
    <dgm:cat type="relationship" pri="14000"/>
    <dgm:cat type="convert" pri="8000"/>
    <dgm:cat type="picture" pri="25000"/>
    <dgm:cat type="pictureconvert" pri="2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fgShape" refType="w" fact="0.92"/>
      <dgm:constr type="h" for="ch" forName="fgShape" refType="h" fact="0.15"/>
      <dgm:constr type="b" for="ch" forName="fgShape" refType="h" fact="0.95"/>
      <dgm:constr type="ctrX" for="ch" forName="fgShape" refType="w" fact="0.5"/>
      <dgm:constr type="w" for="ch" forName="linComp" refType="w"/>
      <dgm:constr type="h" for="ch" forName="linComp" refType="h"/>
      <dgm:constr type="ctrX" for="ch" forName="linComp" refType="w" fact="0.5"/>
    </dgm:constrLst>
    <dgm:ruleLst/>
    <dgm:layoutNode name="fgShape" styleLbl="fgShp">
      <dgm:alg type="sp"/>
      <dgm:shape xmlns:r="http://schemas.openxmlformats.org/officeDocument/2006/relationships" type="leftRightArrow" r:blip="" zOrderOff="99999">
        <dgm:adjLst/>
      </dgm:shape>
      <dgm:presOf/>
      <dgm:constrLst/>
      <dgm:ruleLst/>
    </dgm:layoutNode>
    <dgm:layoutNode name="linComp"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h"/>
        <dgm:constr type="w" for="ch" ptType="sibTrans" refType="w" refFor="ch" refForName="compNode" fact="0.03"/>
        <dgm:constr type="primFontSz" for="des" ptType="node" op="equ" val="65"/>
      </dgm:constrLst>
      <dgm:ruleLst/>
      <dgm:forEach name="nodesForEach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bkgdShape" refType="w"/>
            <dgm:constr type="h" for="ch" forName="bkgdShape" refType="h"/>
            <dgm:constr type="w" for="ch" forName="nodeTx" refType="w"/>
            <dgm:constr type="h" for="ch" forName="nodeTx" refType="h" fact="0.4"/>
            <dgm:constr type="b" for="ch" forName="nodeTx" refType="h" fact="0.8"/>
            <dgm:constr type="w" for="ch" forName="invisiNode" refType="w" fact="0.01"/>
            <dgm:constr type="h" for="ch" forName="invisiNode" refType="h" fact="0.06"/>
            <dgm:constr type="t" for="ch" forName="invisiNode"/>
            <dgm:constr type="ctrX" for="ch" forName="invisiNode" refType="w" fact="0.5"/>
            <dgm:constr type="h" for="ch" forName="imagNode" refType="h" fact="0.333"/>
            <dgm:constr type="w" for="ch" forName="imagNode" refType="h" refFor="ch" refForName="imagNode"/>
            <dgm:constr type="ctrX" for="ch" forName="imagNode" refType="w" fact="0.5"/>
            <dgm:constr type="t" for="ch" forName="imagNode" refType="h" fact="0.06"/>
            <dgm:constr type="w" for="ch" forName="imagNode" refType="w" op="lte" fact="0.94"/>
          </dgm:constrLst>
          <dgm:ruleLst/>
          <dgm:layoutNode name="bkgdShape"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/>
            <dgm:ruleLst/>
          </dgm:layoutNode>
          <dgm:layoutNode name="nodeTx">
            <dgm:varLst>
              <dgm:bulletEnabled val="1"/>
            </dgm:varLst>
            <dgm:alg type="tx">
              <dgm:param type="txAnchorVert" val="mid"/>
              <dgm:param type="txAnchorHorzCh" val="ctr"/>
              <dgm:param type="stBulletLvl" val="2"/>
            </dgm:alg>
            <dgm:shape xmlns:r="http://schemas.openxmlformats.org/officeDocument/2006/relationships" type="rect" r:blip="" hideGeom="1">
              <dgm:adjLst/>
            </dgm:shape>
            <dgm:presOf axis="desOrSelf" ptType="node"/>
            <dgm:constrLst/>
            <dgm:ruleLst>
              <dgm:rule type="primFontSz" val="5" fact="NaN" max="NaN"/>
            </dgm:ruleLst>
          </dgm:layoutNode>
          <dgm:layoutNode name="invisiNode">
            <dgm:alg type="sp"/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/>
            <dgm:constrLst/>
            <dgm:ruleLst/>
          </dgm:layoutNode>
          <dgm:layoutNode name="imagNode" styleLbl="fgImgPlace1">
            <dgm:alg type="sp"/>
            <dgm:shape xmlns:r="http://schemas.openxmlformats.org/officeDocument/2006/relationships" type="ellipse" r:blip="" blipPhldr="1">
              <dgm:adjLst/>
            </dgm:shape>
            <dgm:presOf/>
            <dgm:constrLst/>
            <dgm:ruleLst/>
          </dgm:layoutNode>
        </dgm:layoutNode>
        <dgm:forEach name="sibTransForEach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85092-6553-50D5-A7D1-BA79F3E0A5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5E0956-078C-D575-7FD1-F75CB069CF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433577-D3BA-8B2A-C051-06CDD0FC4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FD6075-765F-520B-2F38-546248DDC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D27E29-08B0-4D5D-6634-E9DABB7A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347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778BC1-9E5D-FADC-4D7D-4050157D1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0F4A44-D29E-88D5-C46E-0A23D3AF9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13805A-51F0-DC6C-EDFB-33FD0EFC0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A9D9A1-CC8A-CC68-39B4-A418010BC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C28A60-928C-8DB6-E70F-90F57BD1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64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DD51D-092B-D217-8B00-653470158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313315-5F0E-C02D-7146-56C4F832C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665C0D-01C4-1EFE-689E-A3BAE84F1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D4F913-46AB-79CF-EAB4-B642D39A9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194C4A-35C7-7F18-DE88-D28CC527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8855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44397F-D24B-F21A-5F74-B38A3CD21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C55DB-22A5-E26F-159D-27F4E7056E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B2E531-9FED-1F40-157D-8E2F385752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98BF3C-8130-FE80-4ED2-3E388C8CC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084539-470D-8284-BCE6-B9AACA752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C22CDC-0B36-0BDF-8CE6-EA70FE486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517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97EED-A249-D09F-151E-FA696988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DE38A2-B7F8-6E1C-3198-4121F78CAA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2A86551-E743-AD28-6047-77A90EFE4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0D4567-0678-7A8B-3D76-0CDC96283E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DC09B5F-C598-EBE4-E9D8-90E8672948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D39FA69-CF6C-1C5B-2592-485E18857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D89532-004A-8080-8B98-3E820114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F95951-ECBB-C719-B503-89A01CC3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268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2EE36-1DAC-8EF3-5F02-CA0DDB6DB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9085917-C9D2-4FA6-C28E-143EBD05F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5F10-C89C-698C-DCE1-7ABDEBEF5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67F4B83-18CB-372C-624A-32C1E8A11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075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0D57476-76F2-CB85-08B4-FCA415104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F1A8B1C-84A1-D4BC-9E56-964EAC5B7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47BAC4-985B-C4F7-D76C-8B03D0A3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9627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BBB3D9-FB65-E663-A309-DE27841F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E2F9FC-D258-71DE-220D-B71D50A490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52EE103-FAB2-4370-D695-9ADD14385E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6C3F9C8-D7A9-9FF7-1ED5-7D2CD25C4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1F98CE-66D7-2695-B4B2-A9F1DFD36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512E3E-1E79-A008-194A-E90CEEA3F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13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2B19C9-F0DF-B761-AC92-4F63C00AB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E88BC2-9605-4FF2-FCCC-A6EDED97A2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AC80C5F-8D6F-869C-59E4-A0DCCF8958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7087B8-9E2D-57E4-8C5B-501EDDFEC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0266B0-549C-7601-E3E2-849D872A8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9494F64-F3D3-F535-E7CE-04E5FC89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58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D31041-9AD6-DD70-DC29-3983F76E1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20E254-6ED7-5794-828B-2205E3A471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78CE77-48C3-132F-4D02-2D0A6E510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B1228-4FB5-873C-0490-D84C559EF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51955C-31FD-E59C-B185-3709EAC39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217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185B37C-CC8B-3521-D9DB-3916D8617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22D40B-33B8-4A0F-D8BC-707702703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204BB9-201E-A511-09FB-18E1A0D4F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FAF6F9-29BA-3019-C9BD-F44D36F02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03EBA7-5FEE-3995-1851-06A824818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6450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946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4006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23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46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6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9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1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8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828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6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6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8217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3" indent="0">
              <a:buNone/>
              <a:defRPr sz="2000" b="1"/>
            </a:lvl2pPr>
            <a:lvl3pPr marL="914446" indent="0">
              <a:buNone/>
              <a:defRPr sz="1800" b="1"/>
            </a:lvl3pPr>
            <a:lvl4pPr marL="1371669" indent="0">
              <a:buNone/>
              <a:defRPr sz="1600" b="1"/>
            </a:lvl4pPr>
            <a:lvl5pPr marL="1828891" indent="0">
              <a:buNone/>
              <a:defRPr sz="1600" b="1"/>
            </a:lvl5pPr>
            <a:lvl6pPr marL="2286114" indent="0">
              <a:buNone/>
              <a:defRPr sz="1600" b="1"/>
            </a:lvl6pPr>
            <a:lvl7pPr marL="2743337" indent="0">
              <a:buNone/>
              <a:defRPr sz="1600" b="1"/>
            </a:lvl7pPr>
            <a:lvl8pPr marL="3200560" indent="0">
              <a:buNone/>
              <a:defRPr sz="1600" b="1"/>
            </a:lvl8pPr>
            <a:lvl9pPr marL="3657783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23" indent="0">
              <a:buNone/>
              <a:defRPr sz="2000" b="1"/>
            </a:lvl2pPr>
            <a:lvl3pPr marL="914446" indent="0">
              <a:buNone/>
              <a:defRPr sz="1800" b="1"/>
            </a:lvl3pPr>
            <a:lvl4pPr marL="1371669" indent="0">
              <a:buNone/>
              <a:defRPr sz="1600" b="1"/>
            </a:lvl4pPr>
            <a:lvl5pPr marL="1828891" indent="0">
              <a:buNone/>
              <a:defRPr sz="1600" b="1"/>
            </a:lvl5pPr>
            <a:lvl6pPr marL="2286114" indent="0">
              <a:buNone/>
              <a:defRPr sz="1600" b="1"/>
            </a:lvl6pPr>
            <a:lvl7pPr marL="2743337" indent="0">
              <a:buNone/>
              <a:defRPr sz="1600" b="1"/>
            </a:lvl7pPr>
            <a:lvl8pPr marL="3200560" indent="0">
              <a:buNone/>
              <a:defRPr sz="1600" b="1"/>
            </a:lvl8pPr>
            <a:lvl9pPr marL="3657783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587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6497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3772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3" indent="0">
              <a:buNone/>
              <a:defRPr sz="1400"/>
            </a:lvl2pPr>
            <a:lvl3pPr marL="914446" indent="0">
              <a:buNone/>
              <a:defRPr sz="1200"/>
            </a:lvl3pPr>
            <a:lvl4pPr marL="1371669" indent="0">
              <a:buNone/>
              <a:defRPr sz="1000"/>
            </a:lvl4pPr>
            <a:lvl5pPr marL="1828891" indent="0">
              <a:buNone/>
              <a:defRPr sz="1000"/>
            </a:lvl5pPr>
            <a:lvl6pPr marL="2286114" indent="0">
              <a:buNone/>
              <a:defRPr sz="1000"/>
            </a:lvl6pPr>
            <a:lvl7pPr marL="2743337" indent="0">
              <a:buNone/>
              <a:defRPr sz="1000"/>
            </a:lvl7pPr>
            <a:lvl8pPr marL="3200560" indent="0">
              <a:buNone/>
              <a:defRPr sz="1000"/>
            </a:lvl8pPr>
            <a:lvl9pPr marL="3657783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2167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23" indent="0">
              <a:buNone/>
              <a:defRPr sz="2800"/>
            </a:lvl2pPr>
            <a:lvl3pPr marL="914446" indent="0">
              <a:buNone/>
              <a:defRPr sz="2400"/>
            </a:lvl3pPr>
            <a:lvl4pPr marL="1371669" indent="0">
              <a:buNone/>
              <a:defRPr sz="2000"/>
            </a:lvl4pPr>
            <a:lvl5pPr marL="1828891" indent="0">
              <a:buNone/>
              <a:defRPr sz="2000"/>
            </a:lvl5pPr>
            <a:lvl6pPr marL="2286114" indent="0">
              <a:buNone/>
              <a:defRPr sz="2000"/>
            </a:lvl6pPr>
            <a:lvl7pPr marL="2743337" indent="0">
              <a:buNone/>
              <a:defRPr sz="2000"/>
            </a:lvl7pPr>
            <a:lvl8pPr marL="3200560" indent="0">
              <a:buNone/>
              <a:defRPr sz="2000"/>
            </a:lvl8pPr>
            <a:lvl9pPr marL="3657783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23" indent="0">
              <a:buNone/>
              <a:defRPr sz="1400"/>
            </a:lvl2pPr>
            <a:lvl3pPr marL="914446" indent="0">
              <a:buNone/>
              <a:defRPr sz="1200"/>
            </a:lvl3pPr>
            <a:lvl4pPr marL="1371669" indent="0">
              <a:buNone/>
              <a:defRPr sz="1000"/>
            </a:lvl4pPr>
            <a:lvl5pPr marL="1828891" indent="0">
              <a:buNone/>
              <a:defRPr sz="1000"/>
            </a:lvl5pPr>
            <a:lvl6pPr marL="2286114" indent="0">
              <a:buNone/>
              <a:defRPr sz="1000"/>
            </a:lvl6pPr>
            <a:lvl7pPr marL="2743337" indent="0">
              <a:buNone/>
              <a:defRPr sz="1000"/>
            </a:lvl7pPr>
            <a:lvl8pPr marL="3200560" indent="0">
              <a:buNone/>
              <a:defRPr sz="1000"/>
            </a:lvl8pPr>
            <a:lvl9pPr marL="3657783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688045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4333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401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96B51D-4892-A99F-2C34-DFFEF864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F820D1-6730-3A1B-84D2-B5E8763EB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E356FA-2D1F-13F8-298C-7C416B06E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FEF37-A916-4689-81C8-A08F7ED42DA8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1FDC45-4627-9098-6BDB-53BF507685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4C09AE-7C13-4C96-90A4-CDD5403EE5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F22424-A361-4855-B29A-D61BD8890CF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796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2026-03-07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796480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273" y="1122363"/>
            <a:ext cx="10529454" cy="2387600"/>
          </a:xfrm>
        </p:spPr>
        <p:txBody>
          <a:bodyPr/>
          <a:lstStyle/>
          <a:p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[2026 QI] </a:t>
            </a:r>
            <a:r>
              <a:rPr lang="en-US" altLang="ko-KR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WeValue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우리가치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/>
              <a:t>이보다 더 좋을 순 없다</a:t>
            </a:r>
            <a:r>
              <a:rPr lang="en-US" altLang="ko-KR" b="1" dirty="0"/>
              <a:t>! </a:t>
            </a:r>
            <a:r>
              <a:rPr lang="ko-KR" altLang="en-US" b="1" dirty="0"/>
              <a:t>협업기반 간호 현장</a:t>
            </a:r>
            <a:endParaRPr lang="en-US" altLang="ko-KR" b="1" dirty="0"/>
          </a:p>
          <a:p>
            <a:r>
              <a:rPr lang="ko-KR" altLang="en-US" dirty="0"/>
              <a:t>협업 시스템 간담회 </a:t>
            </a:r>
            <a:endParaRPr lang="ko-KR" altLang="en-US" b="1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0156E-75C3-19E9-E63B-BEA957A13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lang="en-US" altLang="ko-KR" dirty="0"/>
          </a:p>
          <a:p>
            <a:r>
              <a:rPr lang="ko-KR" altLang="en-US" b="1" dirty="0"/>
              <a:t>목차</a:t>
            </a:r>
            <a:endParaRPr lang="ko-KR" altLang="en-US" dirty="0"/>
          </a:p>
          <a:p>
            <a:r>
              <a:rPr lang="ko-KR" altLang="en-US" dirty="0"/>
              <a:t>현장의 문제</a:t>
            </a:r>
          </a:p>
          <a:p>
            <a:r>
              <a:rPr lang="ko-KR" altLang="en-US" dirty="0"/>
              <a:t>문제 원인</a:t>
            </a:r>
          </a:p>
          <a:p>
            <a:r>
              <a:rPr lang="ko-KR" altLang="en-US" dirty="0"/>
              <a:t>해결 전략 </a:t>
            </a:r>
            <a:r>
              <a:rPr lang="en-US" altLang="ko-KR" dirty="0"/>
              <a:t>(</a:t>
            </a:r>
            <a:r>
              <a:rPr lang="en-US" altLang="ko-KR" dirty="0" err="1"/>
              <a:t>WeValue</a:t>
            </a:r>
            <a:r>
              <a:rPr lang="en-US" altLang="ko-KR" dirty="0"/>
              <a:t> </a:t>
            </a:r>
            <a:r>
              <a:rPr lang="ko-KR" altLang="en-US" dirty="0"/>
              <a:t>협업 시스템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협업 운영 방식</a:t>
            </a:r>
          </a:p>
          <a:p>
            <a:r>
              <a:rPr lang="ko-KR" altLang="en-US" dirty="0"/>
              <a:t>협업 도구</a:t>
            </a:r>
          </a:p>
          <a:p>
            <a:r>
              <a:rPr lang="ko-KR" altLang="en-US" dirty="0"/>
              <a:t>협업 사례</a:t>
            </a:r>
          </a:p>
          <a:p>
            <a:r>
              <a:rPr lang="ko-KR" altLang="en-US" dirty="0"/>
              <a:t>기대 효과</a:t>
            </a:r>
          </a:p>
          <a:p>
            <a:r>
              <a:rPr lang="ko-KR" altLang="en-US" dirty="0"/>
              <a:t>병동 협조 사항</a:t>
            </a:r>
          </a:p>
          <a:p>
            <a:r>
              <a:rPr lang="en-US" altLang="ko-KR" dirty="0"/>
              <a:t>Q&amp;A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10A49A-0879-76BF-0D32-7562F998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협업 시스템 도입 배경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1FB300A-4545-061E-511E-27196CC753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094233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7040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BD4EC-AFBB-4BF5-C892-F6A530D69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 err="1"/>
              <a:t>우리가치</a:t>
            </a:r>
            <a:r>
              <a:rPr lang="en-US" altLang="ko-KR" dirty="0"/>
              <a:t>(</a:t>
            </a:r>
            <a:r>
              <a:rPr lang="en-US" altLang="ko-KR" dirty="0" err="1"/>
              <a:t>WeValue</a:t>
            </a:r>
            <a:r>
              <a:rPr lang="en-US" altLang="ko-KR" dirty="0"/>
              <a:t>) </a:t>
            </a:r>
            <a:r>
              <a:rPr lang="ko-KR" altLang="en-US" dirty="0"/>
              <a:t>협업 프로젝트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32A40975-1F1E-DEA4-2DA2-130CE5A129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3403566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8986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5AEAA-3F2F-ECFA-283E-D6BBC271A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해결전략</a:t>
            </a:r>
            <a:br>
              <a:rPr lang="en-US" altLang="ko-KR" dirty="0"/>
            </a:br>
            <a:r>
              <a:rPr lang="ko-KR" altLang="en-US" dirty="0"/>
              <a:t>협업 기본 원칙 </a:t>
            </a:r>
            <a:r>
              <a:rPr lang="en-US" altLang="ko-KR" dirty="0"/>
              <a:t>(A–C–D)</a:t>
            </a:r>
            <a:endParaRPr lang="ko-KR" altLang="en-US" dirty="0"/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396618F6-2418-EC26-A4A7-0FCBFAD4A6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032871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6790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139B5A-895D-66F7-E130-1C1F92F55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운영 방식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DDACD0C3-E0A1-76B4-C592-83978796CD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368725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470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F53832-96B3-3B3E-BBB4-9F15F75CF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협업 도구 및 적용 방법 </a:t>
            </a:r>
            <a:r>
              <a:rPr lang="en-US" altLang="ko-KR" dirty="0"/>
              <a:t>(Tools)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06369C4-A2FE-DC88-B01F-D3E05512EC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895982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6907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3D7A9-C6B8-FD26-2CF7-AC58125C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 </a:t>
            </a:r>
            <a:r>
              <a:rPr lang="en-US" altLang="ko-KR" dirty="0"/>
              <a:t>(Example)</a:t>
            </a:r>
            <a:endParaRPr lang="ko-KR" altLang="en-US" dirty="0"/>
          </a:p>
        </p:txBody>
      </p:sp>
      <p:graphicFrame>
        <p:nvGraphicFramePr>
          <p:cNvPr id="16" name="내용 개체 틀 15">
            <a:extLst>
              <a:ext uri="{FF2B5EF4-FFF2-40B4-BE49-F238E27FC236}">
                <a16:creationId xmlns:a16="http://schemas.microsoft.com/office/drawing/2014/main" id="{F2840ABE-49BB-C0E9-C9B0-BC35F23431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997571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7844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3F07B4-1FA7-8125-7232-8DCC8CF8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기대 효과 및 협조 요청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5721AC6F-4ED6-D670-4ED1-1E6EFDD3B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786483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49091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A4AB-C23A-C5DF-CC44-BDC11DFA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</a:t>
            </a:r>
            <a:r>
              <a:rPr lang="ko-KR" altLang="en-US" dirty="0"/>
              <a:t>병동 협조 사항 </a:t>
            </a:r>
            <a:r>
              <a:rPr lang="en-US" altLang="ko-KR" dirty="0"/>
              <a:t>(Action)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1AC6CE92-21C9-3DD1-7BC5-B940A163B8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11953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0209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DD79D-B311-41BA-31D2-9C17821C2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Q&amp;A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6E870F-F263-9BBC-49B2-6B82ECCE4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4627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180320D6-300F-C684-9896-C0C410AA9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46350"/>
            <a:ext cx="10515600" cy="1325563"/>
          </a:xfrm>
        </p:spPr>
        <p:txBody>
          <a:bodyPr/>
          <a:lstStyle/>
          <a:p>
            <a:pPr algn="ctr"/>
            <a:r>
              <a:rPr lang="ko-KR" altLang="en-US" dirty="0"/>
              <a:t>감사합니다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4710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215</Words>
  <Application>Microsoft Office PowerPoint</Application>
  <PresentationFormat>와이드스크린</PresentationFormat>
  <Paragraphs>52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KoPub돋움체 Light</vt:lpstr>
      <vt:lpstr>Arial</vt:lpstr>
      <vt:lpstr>KoPub돋움체 Bold</vt:lpstr>
      <vt:lpstr>맑은 고딕</vt:lpstr>
      <vt:lpstr>Office 테마</vt:lpstr>
      <vt:lpstr>1_Office 테마</vt:lpstr>
      <vt:lpstr>[2026 QI] WeValue 우리가치</vt:lpstr>
      <vt:lpstr>목차</vt:lpstr>
      <vt:lpstr>1.협업 시스템 도입 배경</vt:lpstr>
      <vt:lpstr>2. 우리가치(WeValue) 협업 프로젝트</vt:lpstr>
      <vt:lpstr>3. 해결전략 협업 기본 원칙 (A–C–D)</vt:lpstr>
      <vt:lpstr>4. 협업 운영 방식</vt:lpstr>
      <vt:lpstr>5. 협업 도구 및 적용 방법 (Tools)</vt:lpstr>
      <vt:lpstr>6. 실제 협업 사례 (Example)</vt:lpstr>
      <vt:lpstr>6. 기대 효과 및 협조 요청</vt:lpstr>
      <vt:lpstr>8. 병동 협조 사항 (Action)</vt:lpstr>
      <vt:lpstr>Q&amp;A</vt:lpstr>
      <vt:lpstr>감사합니다.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라희 임</cp:lastModifiedBy>
  <cp:revision>98</cp:revision>
  <dcterms:created xsi:type="dcterms:W3CDTF">2026-03-04T12:11:45Z</dcterms:created>
  <dcterms:modified xsi:type="dcterms:W3CDTF">2026-03-07T12:45:43Z</dcterms:modified>
</cp:coreProperties>
</file>