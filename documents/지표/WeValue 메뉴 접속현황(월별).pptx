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1173" r:id="rId2"/>
    <p:sldId id="1174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36526D1-3C82-4FDA-89CA-38F585B6C205}">
          <p14:sldIdLst>
            <p14:sldId id="1173"/>
            <p14:sldId id="1174"/>
          </p14:sldIdLst>
        </p14:section>
      </p14:sectionLst>
    </p:ext>
    <p:ext uri="{EFAFB233-063F-42B5-8137-9DF3F51BA10A}">
      <p15:sldGuideLst xmlns:p15="http://schemas.microsoft.com/office/powerpoint/2012/main">
        <p15:guide id="2" pos="7333" userDrawn="1">
          <p15:clr>
            <a:srgbClr val="A4A3A4"/>
          </p15:clr>
        </p15:guide>
        <p15:guide id="3" pos="347" userDrawn="1">
          <p15:clr>
            <a:srgbClr val="A4A3A4"/>
          </p15:clr>
        </p15:guide>
        <p15:guide id="4" orient="horz" pos="300" userDrawn="1">
          <p15:clr>
            <a:srgbClr val="A4A3A4"/>
          </p15:clr>
        </p15:guide>
        <p15:guide id="6" orient="horz" pos="799" userDrawn="1">
          <p15:clr>
            <a:srgbClr val="A4A3A4"/>
          </p15:clr>
        </p15:guide>
        <p15:guide id="7" orient="horz" pos="3838" userDrawn="1">
          <p15:clr>
            <a:srgbClr val="A4A3A4"/>
          </p15:clr>
        </p15:guide>
        <p15:guide id="8" pos="3840" userDrawn="1">
          <p15:clr>
            <a:srgbClr val="A4A3A4"/>
          </p15:clr>
        </p15:guide>
        <p15:guide id="10" pos="5586" userDrawn="1">
          <p15:clr>
            <a:srgbClr val="A4A3A4"/>
          </p15:clr>
        </p15:guide>
        <p15:guide id="11" orient="horz" pos="2840" userDrawn="1">
          <p15:clr>
            <a:srgbClr val="A4A3A4"/>
          </p15:clr>
        </p15:guide>
        <p15:guide id="12" orient="horz" pos="2160" userDrawn="1">
          <p15:clr>
            <a:srgbClr val="A4A3A4"/>
          </p15:clr>
        </p15:guide>
        <p15:guide id="13" pos="1413" userDrawn="1">
          <p15:clr>
            <a:srgbClr val="A4A3A4"/>
          </p15:clr>
        </p15:guide>
        <p15:guide id="14" pos="6267" userDrawn="1">
          <p15:clr>
            <a:srgbClr val="A4A3A4"/>
          </p15:clr>
        </p15:guide>
        <p15:guide id="15" orient="horz" pos="3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hee" initials="r" lastIdx="1" clrIdx="0">
    <p:extLst>
      <p:ext uri="{19B8F6BF-5375-455C-9EA6-DF929625EA0E}">
        <p15:presenceInfo xmlns:p15="http://schemas.microsoft.com/office/powerpoint/2012/main" userId="cf1f1df607fbac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1C9AD6"/>
    <a:srgbClr val="D0CECE"/>
    <a:srgbClr val="FDE9A1"/>
    <a:srgbClr val="26539C"/>
    <a:srgbClr val="999999"/>
    <a:srgbClr val="D4AFF4"/>
    <a:srgbClr val="A8E2AF"/>
    <a:srgbClr val="ADDBF8"/>
    <a:srgbClr val="FCE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82455" autoAdjust="0"/>
  </p:normalViewPr>
  <p:slideViewPr>
    <p:cSldViewPr snapToGrid="0" snapToObjects="1">
      <p:cViewPr>
        <p:scale>
          <a:sx n="100" d="100"/>
          <a:sy n="100" d="100"/>
        </p:scale>
        <p:origin x="1746" y="1260"/>
      </p:cViewPr>
      <p:guideLst>
        <p:guide pos="7333"/>
        <p:guide pos="347"/>
        <p:guide orient="horz" pos="300"/>
        <p:guide orient="horz" pos="799"/>
        <p:guide orient="horz" pos="3838"/>
        <p:guide pos="3840"/>
        <p:guide pos="5586"/>
        <p:guide orient="horz" pos="2840"/>
        <p:guide orient="horz" pos="2160"/>
        <p:guide pos="1413"/>
        <p:guide pos="6267"/>
        <p:guide orient="horz" pos="356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1" d="100"/>
          <a:sy n="91" d="100"/>
        </p:scale>
        <p:origin x="473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민 성" userId="cf1f1df607fbac1a" providerId="LiveId" clId="{84CEB98A-E031-4E22-A2C2-2533D64C3D3B}"/>
    <pc:docChg chg="undo custSel addSld modSld">
      <pc:chgData name="민민 성" userId="cf1f1df607fbac1a" providerId="LiveId" clId="{84CEB98A-E031-4E22-A2C2-2533D64C3D3B}" dt="2026-08-12T12:37:36.983" v="75" actId="12788"/>
      <pc:docMkLst>
        <pc:docMk/>
      </pc:docMkLst>
      <pc:sldChg chg="modSp mod">
        <pc:chgData name="민민 성" userId="cf1f1df607fbac1a" providerId="LiveId" clId="{84CEB98A-E031-4E22-A2C2-2533D64C3D3B}" dt="2026-08-12T12:35:20.846" v="3" actId="14100"/>
        <pc:sldMkLst>
          <pc:docMk/>
          <pc:sldMk cId="1889947372" sldId="1175"/>
        </pc:sldMkLst>
        <pc:picChg chg="mod">
          <ac:chgData name="민민 성" userId="cf1f1df607fbac1a" providerId="LiveId" clId="{84CEB98A-E031-4E22-A2C2-2533D64C3D3B}" dt="2026-08-12T12:35:20.846" v="3" actId="14100"/>
          <ac:picMkLst>
            <pc:docMk/>
            <pc:sldMk cId="1889947372" sldId="1175"/>
            <ac:picMk id="5" creationId="{A025C05E-71DC-4ADB-9CDC-BFADEB4FB4B0}"/>
          </ac:picMkLst>
        </pc:picChg>
      </pc:sldChg>
      <pc:sldChg chg="addSp delSp modSp add mod">
        <pc:chgData name="민민 성" userId="cf1f1df607fbac1a" providerId="LiveId" clId="{84CEB98A-E031-4E22-A2C2-2533D64C3D3B}" dt="2026-08-12T12:37:36.983" v="75" actId="12788"/>
        <pc:sldMkLst>
          <pc:docMk/>
          <pc:sldMk cId="1654294111" sldId="1176"/>
        </pc:sldMkLst>
        <pc:spChg chg="add mod">
          <ac:chgData name="민민 성" userId="cf1f1df607fbac1a" providerId="LiveId" clId="{84CEB98A-E031-4E22-A2C2-2533D64C3D3B}" dt="2026-08-12T12:37:31.766" v="74" actId="12788"/>
          <ac:spMkLst>
            <pc:docMk/>
            <pc:sldMk cId="1654294111" sldId="1176"/>
            <ac:spMk id="11" creationId="{CF3DCB0B-3509-48BA-8C38-34F1BE26D16A}"/>
          </ac:spMkLst>
        </pc:spChg>
        <pc:spChg chg="add mod">
          <ac:chgData name="민민 성" userId="cf1f1df607fbac1a" providerId="LiveId" clId="{84CEB98A-E031-4E22-A2C2-2533D64C3D3B}" dt="2026-08-12T12:37:36.983" v="75" actId="12788"/>
          <ac:spMkLst>
            <pc:docMk/>
            <pc:sldMk cId="1654294111" sldId="1176"/>
            <ac:spMk id="12" creationId="{660F8C46-633E-465A-9AFA-769B8AE3C216}"/>
          </ac:spMkLst>
        </pc:spChg>
        <pc:grpChg chg="add mod">
          <ac:chgData name="민민 성" userId="cf1f1df607fbac1a" providerId="LiveId" clId="{84CEB98A-E031-4E22-A2C2-2533D64C3D3B}" dt="2026-08-12T12:36:29.537" v="26" actId="164"/>
          <ac:grpSpMkLst>
            <pc:docMk/>
            <pc:sldMk cId="1654294111" sldId="1176"/>
            <ac:grpSpMk id="9" creationId="{22DCB818-96F6-411A-BE64-EC76136B2E3B}"/>
          </ac:grpSpMkLst>
        </pc:grpChg>
        <pc:grpChg chg="add del mod">
          <ac:chgData name="민민 성" userId="cf1f1df607fbac1a" providerId="LiveId" clId="{84CEB98A-E031-4E22-A2C2-2533D64C3D3B}" dt="2026-08-12T12:37:15.995" v="73" actId="165"/>
          <ac:grpSpMkLst>
            <pc:docMk/>
            <pc:sldMk cId="1654294111" sldId="1176"/>
            <ac:grpSpMk id="10" creationId="{F8787A2C-9CE8-4F2D-8068-EE1C7EE3E1FC}"/>
          </ac:grpSpMkLst>
        </pc:grpChg>
        <pc:picChg chg="add mod topLvl">
          <ac:chgData name="민민 성" userId="cf1f1df607fbac1a" providerId="LiveId" clId="{84CEB98A-E031-4E22-A2C2-2533D64C3D3B}" dt="2026-08-12T12:37:36.983" v="75" actId="12788"/>
          <ac:picMkLst>
            <pc:docMk/>
            <pc:sldMk cId="1654294111" sldId="1176"/>
            <ac:picMk id="4" creationId="{F57E6361-2727-4EB8-911F-B64B7771ACAD}"/>
          </ac:picMkLst>
        </pc:picChg>
        <pc:picChg chg="del">
          <ac:chgData name="민민 성" userId="cf1f1df607fbac1a" providerId="LiveId" clId="{84CEB98A-E031-4E22-A2C2-2533D64C3D3B}" dt="2026-08-12T12:35:25.138" v="5" actId="478"/>
          <ac:picMkLst>
            <pc:docMk/>
            <pc:sldMk cId="1654294111" sldId="1176"/>
            <ac:picMk id="5" creationId="{A025C05E-71DC-4ADB-9CDC-BFADEB4FB4B0}"/>
          </ac:picMkLst>
        </pc:picChg>
        <pc:picChg chg="add del mod">
          <ac:chgData name="민민 성" userId="cf1f1df607fbac1a" providerId="LiveId" clId="{84CEB98A-E031-4E22-A2C2-2533D64C3D3B}" dt="2026-08-12T12:35:40.844" v="11" actId="478"/>
          <ac:picMkLst>
            <pc:docMk/>
            <pc:sldMk cId="1654294111" sldId="1176"/>
            <ac:picMk id="6" creationId="{B9CBF894-D023-4E8B-9482-2C9A1E371E88}"/>
          </ac:picMkLst>
        </pc:picChg>
        <pc:picChg chg="add mod topLvl">
          <ac:chgData name="민민 성" userId="cf1f1df607fbac1a" providerId="LiveId" clId="{84CEB98A-E031-4E22-A2C2-2533D64C3D3B}" dt="2026-08-12T12:37:31.766" v="74" actId="12788"/>
          <ac:picMkLst>
            <pc:docMk/>
            <pc:sldMk cId="1654294111" sldId="1176"/>
            <ac:picMk id="8" creationId="{37299489-385F-4BF4-A328-082C4D5699C2}"/>
          </ac:picMkLst>
        </pc:picChg>
      </pc:sldChg>
    </pc:docChg>
  </pc:docChgLst>
  <pc:docChgLst>
    <pc:chgData name="민민 성" userId="cf1f1df607fbac1a" providerId="LiveId" clId="{B3FC7867-554D-424D-8AB3-57A951FB2174}"/>
    <pc:docChg chg="undo custSel addSld delSld modSld modSection">
      <pc:chgData name="민민 성" userId="cf1f1df607fbac1a" providerId="LiveId" clId="{B3FC7867-554D-424D-8AB3-57A951FB2174}" dt="2026-07-06T15:22:36.980" v="111" actId="1076"/>
      <pc:docMkLst>
        <pc:docMk/>
      </pc:docMkLst>
      <pc:sldChg chg="del">
        <pc:chgData name="민민 성" userId="cf1f1df607fbac1a" providerId="LiveId" clId="{B3FC7867-554D-424D-8AB3-57A951FB2174}" dt="2026-07-01T14:40:46.112" v="24" actId="47"/>
        <pc:sldMkLst>
          <pc:docMk/>
          <pc:sldMk cId="3324877510" sldId="1165"/>
        </pc:sldMkLst>
      </pc:sldChg>
      <pc:sldChg chg="del">
        <pc:chgData name="민민 성" userId="cf1f1df607fbac1a" providerId="LiveId" clId="{B3FC7867-554D-424D-8AB3-57A951FB2174}" dt="2026-07-01T14:40:46.112" v="24" actId="47"/>
        <pc:sldMkLst>
          <pc:docMk/>
          <pc:sldMk cId="3259515845" sldId="1166"/>
        </pc:sldMkLst>
      </pc:sldChg>
      <pc:sldChg chg="del">
        <pc:chgData name="민민 성" userId="cf1f1df607fbac1a" providerId="LiveId" clId="{B3FC7867-554D-424D-8AB3-57A951FB2174}" dt="2026-07-01T14:40:46.112" v="24" actId="47"/>
        <pc:sldMkLst>
          <pc:docMk/>
          <pc:sldMk cId="690506698" sldId="1168"/>
        </pc:sldMkLst>
      </pc:sldChg>
      <pc:sldChg chg="del">
        <pc:chgData name="민민 성" userId="cf1f1df607fbac1a" providerId="LiveId" clId="{B3FC7867-554D-424D-8AB3-57A951FB2174}" dt="2026-07-01T14:40:46.112" v="24" actId="47"/>
        <pc:sldMkLst>
          <pc:docMk/>
          <pc:sldMk cId="4193837908" sldId="1169"/>
        </pc:sldMkLst>
      </pc:sldChg>
      <pc:sldChg chg="del">
        <pc:chgData name="민민 성" userId="cf1f1df607fbac1a" providerId="LiveId" clId="{B3FC7867-554D-424D-8AB3-57A951FB2174}" dt="2026-07-01T14:40:46.112" v="24" actId="47"/>
        <pc:sldMkLst>
          <pc:docMk/>
          <pc:sldMk cId="1831758150" sldId="1171"/>
        </pc:sldMkLst>
      </pc:sldChg>
      <pc:sldChg chg="addSp delSp modSp del mod">
        <pc:chgData name="민민 성" userId="cf1f1df607fbac1a" providerId="LiveId" clId="{B3FC7867-554D-424D-8AB3-57A951FB2174}" dt="2026-07-01T14:48:42.071" v="103" actId="47"/>
        <pc:sldMkLst>
          <pc:docMk/>
          <pc:sldMk cId="2580665655" sldId="1172"/>
        </pc:sldMkLst>
        <pc:spChg chg="add del">
          <ac:chgData name="민민 성" userId="cf1f1df607fbac1a" providerId="LiveId" clId="{B3FC7867-554D-424D-8AB3-57A951FB2174}" dt="2026-07-01T14:40:41.232" v="23" actId="478"/>
          <ac:spMkLst>
            <pc:docMk/>
            <pc:sldMk cId="2580665655" sldId="1172"/>
            <ac:spMk id="6" creationId="{56930F29-C57F-4BDB-BE31-BB73760A4C02}"/>
          </ac:spMkLst>
        </pc:spChg>
        <pc:spChg chg="mod">
          <ac:chgData name="민민 성" userId="cf1f1df607fbac1a" providerId="LiveId" clId="{B3FC7867-554D-424D-8AB3-57A951FB2174}" dt="2026-07-01T14:40:36.289" v="21" actId="20577"/>
          <ac:spMkLst>
            <pc:docMk/>
            <pc:sldMk cId="2580665655" sldId="1172"/>
            <ac:spMk id="7" creationId="{93869407-4EFB-489E-B5D3-186AF1ABA2FD}"/>
          </ac:spMkLst>
        </pc:spChg>
        <pc:spChg chg="del mod">
          <ac:chgData name="민민 성" userId="cf1f1df607fbac1a" providerId="LiveId" clId="{B3FC7867-554D-424D-8AB3-57A951FB2174}" dt="2026-07-01T14:40:59.158" v="29" actId="478"/>
          <ac:spMkLst>
            <pc:docMk/>
            <pc:sldMk cId="2580665655" sldId="1172"/>
            <ac:spMk id="8" creationId="{BDAEC57B-8171-4B93-A971-1EA470AD187E}"/>
          </ac:spMkLst>
        </pc:spChg>
      </pc:sldChg>
      <pc:sldChg chg="addSp modSp new mod">
        <pc:chgData name="민민 성" userId="cf1f1df607fbac1a" providerId="LiveId" clId="{B3FC7867-554D-424D-8AB3-57A951FB2174}" dt="2026-07-01T14:46:02.101" v="86" actId="1076"/>
        <pc:sldMkLst>
          <pc:docMk/>
          <pc:sldMk cId="1391220440" sldId="1173"/>
        </pc:sldMkLst>
        <pc:spChg chg="add mod">
          <ac:chgData name="민민 성" userId="cf1f1df607fbac1a" providerId="LiveId" clId="{B3FC7867-554D-424D-8AB3-57A951FB2174}" dt="2026-07-01T14:41:27.648" v="40" actId="20577"/>
          <ac:spMkLst>
            <pc:docMk/>
            <pc:sldMk cId="1391220440" sldId="1173"/>
            <ac:spMk id="2" creationId="{F8F4BD1F-2F87-450B-9C2B-ED88EC54FA94}"/>
          </ac:spMkLst>
        </pc:spChg>
        <pc:grpChg chg="add mod">
          <ac:chgData name="민민 성" userId="cf1f1df607fbac1a" providerId="LiveId" clId="{B3FC7867-554D-424D-8AB3-57A951FB2174}" dt="2026-07-01T14:46:02.101" v="86" actId="1076"/>
          <ac:grpSpMkLst>
            <pc:docMk/>
            <pc:sldMk cId="1391220440" sldId="1173"/>
            <ac:grpSpMk id="8" creationId="{7953930A-3F38-4EB9-8FA4-671EAB9F772D}"/>
          </ac:grpSpMkLst>
        </pc:grpChg>
        <pc:picChg chg="add mod modCrop">
          <ac:chgData name="민민 성" userId="cf1f1df607fbac1a" providerId="LiveId" clId="{B3FC7867-554D-424D-8AB3-57A951FB2174}" dt="2026-07-01T14:45:58.641" v="85" actId="164"/>
          <ac:picMkLst>
            <pc:docMk/>
            <pc:sldMk cId="1391220440" sldId="1173"/>
            <ac:picMk id="3" creationId="{A4DD331B-5F43-4C0A-B319-32CEFBF03BC8}"/>
          </ac:picMkLst>
        </pc:picChg>
        <pc:picChg chg="add mod modCrop">
          <ac:chgData name="민민 성" userId="cf1f1df607fbac1a" providerId="LiveId" clId="{B3FC7867-554D-424D-8AB3-57A951FB2174}" dt="2026-07-01T14:45:58.641" v="85" actId="164"/>
          <ac:picMkLst>
            <pc:docMk/>
            <pc:sldMk cId="1391220440" sldId="1173"/>
            <ac:picMk id="5" creationId="{97B3D2C6-9F49-4954-BBFA-B2E3BA6A0FF8}"/>
          </ac:picMkLst>
        </pc:picChg>
        <pc:picChg chg="add mod modCrop">
          <ac:chgData name="민민 성" userId="cf1f1df607fbac1a" providerId="LiveId" clId="{B3FC7867-554D-424D-8AB3-57A951FB2174}" dt="2026-07-01T14:45:58.641" v="85" actId="164"/>
          <ac:picMkLst>
            <pc:docMk/>
            <pc:sldMk cId="1391220440" sldId="1173"/>
            <ac:picMk id="7" creationId="{5225063D-B91E-4081-9312-33FEB967AA8D}"/>
          </ac:picMkLst>
        </pc:picChg>
      </pc:sldChg>
      <pc:sldChg chg="addSp modSp add mod">
        <pc:chgData name="민민 성" userId="cf1f1df607fbac1a" providerId="LiveId" clId="{B3FC7867-554D-424D-8AB3-57A951FB2174}" dt="2026-07-01T14:48:27.536" v="101" actId="1076"/>
        <pc:sldMkLst>
          <pc:docMk/>
          <pc:sldMk cId="106840870" sldId="1174"/>
        </pc:sldMkLst>
        <pc:spChg chg="add mod">
          <ac:chgData name="민민 성" userId="cf1f1df607fbac1a" providerId="LiveId" clId="{B3FC7867-554D-424D-8AB3-57A951FB2174}" dt="2026-07-01T14:41:35.302" v="44" actId="20577"/>
          <ac:spMkLst>
            <pc:docMk/>
            <pc:sldMk cId="106840870" sldId="1174"/>
            <ac:spMk id="2" creationId="{74AFE06E-DC72-4640-8E62-0538814BE854}"/>
          </ac:spMkLst>
        </pc:spChg>
        <pc:picChg chg="add mod modCrop">
          <ac:chgData name="민민 성" userId="cf1f1df607fbac1a" providerId="LiveId" clId="{B3FC7867-554D-424D-8AB3-57A951FB2174}" dt="2026-07-01T14:48:25.012" v="100" actId="1076"/>
          <ac:picMkLst>
            <pc:docMk/>
            <pc:sldMk cId="106840870" sldId="1174"/>
            <ac:picMk id="4" creationId="{E3B13AEE-6CB8-4560-BAE8-B5C23FABECD8}"/>
          </ac:picMkLst>
        </pc:picChg>
        <pc:picChg chg="add mod modCrop">
          <ac:chgData name="민민 성" userId="cf1f1df607fbac1a" providerId="LiveId" clId="{B3FC7867-554D-424D-8AB3-57A951FB2174}" dt="2026-07-01T14:48:27.536" v="101" actId="1076"/>
          <ac:picMkLst>
            <pc:docMk/>
            <pc:sldMk cId="106840870" sldId="1174"/>
            <ac:picMk id="6" creationId="{664C04CD-A76B-4216-A200-09413427DB8C}"/>
          </ac:picMkLst>
        </pc:picChg>
      </pc:sldChg>
      <pc:sldChg chg="addSp delSp modSp add del mod">
        <pc:chgData name="민민 성" userId="cf1f1df607fbac1a" providerId="LiveId" clId="{B3FC7867-554D-424D-8AB3-57A951FB2174}" dt="2026-07-01T14:48:30.524" v="102" actId="47"/>
        <pc:sldMkLst>
          <pc:docMk/>
          <pc:sldMk cId="975463606" sldId="1175"/>
        </pc:sldMkLst>
        <pc:spChg chg="add mod">
          <ac:chgData name="민민 성" userId="cf1f1df607fbac1a" providerId="LiveId" clId="{B3FC7867-554D-424D-8AB3-57A951FB2174}" dt="2026-07-01T14:42:18.025" v="48" actId="20577"/>
          <ac:spMkLst>
            <pc:docMk/>
            <pc:sldMk cId="975463606" sldId="1175"/>
            <ac:spMk id="2" creationId="{8343B32B-C779-4AF9-BE0B-149143F572F3}"/>
          </ac:spMkLst>
        </pc:spChg>
        <pc:picChg chg="add del">
          <ac:chgData name="민민 성" userId="cf1f1df607fbac1a" providerId="LiveId" clId="{B3FC7867-554D-424D-8AB3-57A951FB2174}" dt="2026-07-01T14:42:34.266" v="50" actId="21"/>
          <ac:picMkLst>
            <pc:docMk/>
            <pc:sldMk cId="975463606" sldId="1175"/>
            <ac:picMk id="4" creationId="{6702647C-0004-4320-A23E-0A5CB8A444A1}"/>
          </ac:picMkLst>
        </pc:picChg>
      </pc:sldChg>
      <pc:sldChg chg="addSp delSp modSp add mod">
        <pc:chgData name="민민 성" userId="cf1f1df607fbac1a" providerId="LiveId" clId="{B3FC7867-554D-424D-8AB3-57A951FB2174}" dt="2026-07-06T15:22:36.980" v="111" actId="1076"/>
        <pc:sldMkLst>
          <pc:docMk/>
          <pc:sldMk cId="1889947372" sldId="1175"/>
        </pc:sldMkLst>
        <pc:spChg chg="mod">
          <ac:chgData name="민민 성" userId="cf1f1df607fbac1a" providerId="LiveId" clId="{B3FC7867-554D-424D-8AB3-57A951FB2174}" dt="2026-07-06T15:20:13.331" v="106" actId="20577"/>
          <ac:spMkLst>
            <pc:docMk/>
            <pc:sldMk cId="1889947372" sldId="1175"/>
            <ac:spMk id="2" creationId="{74AFE06E-DC72-4640-8E62-0538814BE854}"/>
          </ac:spMkLst>
        </pc:spChg>
        <pc:picChg chg="del">
          <ac:chgData name="민민 성" userId="cf1f1df607fbac1a" providerId="LiveId" clId="{B3FC7867-554D-424D-8AB3-57A951FB2174}" dt="2026-07-06T15:22:15.602" v="107" actId="478"/>
          <ac:picMkLst>
            <pc:docMk/>
            <pc:sldMk cId="1889947372" sldId="1175"/>
            <ac:picMk id="4" creationId="{E3B13AEE-6CB8-4560-BAE8-B5C23FABECD8}"/>
          </ac:picMkLst>
        </pc:picChg>
        <pc:picChg chg="add mod">
          <ac:chgData name="민민 성" userId="cf1f1df607fbac1a" providerId="LiveId" clId="{B3FC7867-554D-424D-8AB3-57A951FB2174}" dt="2026-07-06T15:22:36.980" v="111" actId="1076"/>
          <ac:picMkLst>
            <pc:docMk/>
            <pc:sldMk cId="1889947372" sldId="1175"/>
            <ac:picMk id="5" creationId="{A025C05E-71DC-4ADB-9CDC-BFADEB4FB4B0}"/>
          </ac:picMkLst>
        </pc:picChg>
        <pc:picChg chg="del">
          <ac:chgData name="민민 성" userId="cf1f1df607fbac1a" providerId="LiveId" clId="{B3FC7867-554D-424D-8AB3-57A951FB2174}" dt="2026-07-06T15:22:15.602" v="107" actId="478"/>
          <ac:picMkLst>
            <pc:docMk/>
            <pc:sldMk cId="1889947372" sldId="1175"/>
            <ac:picMk id="6" creationId="{664C04CD-A76B-4216-A200-09413427DB8C}"/>
          </ac:picMkLst>
        </pc:picChg>
      </pc:sldChg>
    </pc:docChg>
  </pc:docChgLst>
  <pc:docChgLst>
    <pc:chgData name="민민 성" userId="cf1f1df607fbac1a" providerId="LiveId" clId="{D5DD2E5D-8664-4DBE-9650-7FE4DE002C56}"/>
    <pc:docChg chg="undo custSel addSld delSld modSld modSection">
      <pc:chgData name="민민 성" userId="cf1f1df607fbac1a" providerId="LiveId" clId="{D5DD2E5D-8664-4DBE-9650-7FE4DE002C56}" dt="2026-08-12T13:44:07.593" v="41" actId="14100"/>
      <pc:docMkLst>
        <pc:docMk/>
      </pc:docMkLst>
      <pc:sldChg chg="addSp delSp modSp mod modClrScheme chgLayout">
        <pc:chgData name="민민 성" userId="cf1f1df607fbac1a" providerId="LiveId" clId="{D5DD2E5D-8664-4DBE-9650-7FE4DE002C56}" dt="2026-08-12T13:43:51.924" v="37" actId="14100"/>
        <pc:sldMkLst>
          <pc:docMk/>
          <pc:sldMk cId="1391220440" sldId="1173"/>
        </pc:sldMkLst>
        <pc:spChg chg="mod">
          <ac:chgData name="민민 성" userId="cf1f1df607fbac1a" providerId="LiveId" clId="{D5DD2E5D-8664-4DBE-9650-7FE4DE002C56}" dt="2026-08-12T13:42:48.089" v="24" actId="207"/>
          <ac:spMkLst>
            <pc:docMk/>
            <pc:sldMk cId="1391220440" sldId="1173"/>
            <ac:spMk id="2" creationId="{F8F4BD1F-2F87-450B-9C2B-ED88EC54FA94}"/>
          </ac:spMkLst>
        </pc:spChg>
        <pc:grpChg chg="del">
          <ac:chgData name="민민 성" userId="cf1f1df607fbac1a" providerId="LiveId" clId="{D5DD2E5D-8664-4DBE-9650-7FE4DE002C56}" dt="2026-08-12T13:40:06.931" v="8" actId="478"/>
          <ac:grpSpMkLst>
            <pc:docMk/>
            <pc:sldMk cId="1391220440" sldId="1173"/>
            <ac:grpSpMk id="8" creationId="{7953930A-3F38-4EB9-8FA4-671EAB9F772D}"/>
          </ac:grpSpMkLst>
        </pc:grpChg>
        <pc:graphicFrameChg chg="add mod">
          <ac:chgData name="민민 성" userId="cf1f1df607fbac1a" providerId="LiveId" clId="{D5DD2E5D-8664-4DBE-9650-7FE4DE002C56}" dt="2026-08-12T13:41:04.700" v="22"/>
          <ac:graphicFrameMkLst>
            <pc:docMk/>
            <pc:sldMk cId="1391220440" sldId="1173"/>
            <ac:graphicFrameMk id="9" creationId="{FF3E0E17-3CA2-419E-B16B-1AB6DB3E5DAD}"/>
          </ac:graphicFrameMkLst>
        </pc:graphicFrameChg>
        <pc:graphicFrameChg chg="add mod">
          <ac:chgData name="민민 성" userId="cf1f1df607fbac1a" providerId="LiveId" clId="{D5DD2E5D-8664-4DBE-9650-7FE4DE002C56}" dt="2026-08-12T13:43:51.924" v="37" actId="14100"/>
          <ac:graphicFrameMkLst>
            <pc:docMk/>
            <pc:sldMk cId="1391220440" sldId="1173"/>
            <ac:graphicFrameMk id="10" creationId="{FF3E0E17-3CA2-419E-B16B-1AB6DB3E5DAD}"/>
          </ac:graphicFrameMkLst>
        </pc:graphicFrameChg>
      </pc:sldChg>
      <pc:sldChg chg="del">
        <pc:chgData name="민민 성" userId="cf1f1df607fbac1a" providerId="LiveId" clId="{D5DD2E5D-8664-4DBE-9650-7FE4DE002C56}" dt="2026-08-12T13:40:09.090" v="9" actId="47"/>
        <pc:sldMkLst>
          <pc:docMk/>
          <pc:sldMk cId="106840870" sldId="1174"/>
        </pc:sldMkLst>
      </pc:sldChg>
      <pc:sldChg chg="addSp modSp add mod modClrScheme chgLayout">
        <pc:chgData name="민민 성" userId="cf1f1df607fbac1a" providerId="LiveId" clId="{D5DD2E5D-8664-4DBE-9650-7FE4DE002C56}" dt="2026-08-12T13:44:07.593" v="41" actId="14100"/>
        <pc:sldMkLst>
          <pc:docMk/>
          <pc:sldMk cId="4294220008" sldId="1174"/>
        </pc:sldMkLst>
        <pc:spChg chg="mod">
          <ac:chgData name="민민 성" userId="cf1f1df607fbac1a" providerId="LiveId" clId="{D5DD2E5D-8664-4DBE-9650-7FE4DE002C56}" dt="2026-08-12T13:42:51" v="25" actId="207"/>
          <ac:spMkLst>
            <pc:docMk/>
            <pc:sldMk cId="4294220008" sldId="1174"/>
            <ac:spMk id="2" creationId="{F8F4BD1F-2F87-450B-9C2B-ED88EC54FA94}"/>
          </ac:spMkLst>
        </pc:spChg>
        <pc:graphicFrameChg chg="add mod">
          <ac:chgData name="민민 성" userId="cf1f1df607fbac1a" providerId="LiveId" clId="{D5DD2E5D-8664-4DBE-9650-7FE4DE002C56}" dt="2026-08-12T13:41:03.455" v="21"/>
          <ac:graphicFrameMkLst>
            <pc:docMk/>
            <pc:sldMk cId="4294220008" sldId="1174"/>
            <ac:graphicFrameMk id="3" creationId="{305F6A6F-A44B-49F2-ABB9-AFD7E86278B3}"/>
          </ac:graphicFrameMkLst>
        </pc:graphicFrameChg>
        <pc:graphicFrameChg chg="add mod">
          <ac:chgData name="민민 성" userId="cf1f1df607fbac1a" providerId="LiveId" clId="{D5DD2E5D-8664-4DBE-9650-7FE4DE002C56}" dt="2026-08-12T13:44:07.593" v="41" actId="14100"/>
          <ac:graphicFrameMkLst>
            <pc:docMk/>
            <pc:sldMk cId="4294220008" sldId="1174"/>
            <ac:graphicFrameMk id="4" creationId="{305F6A6F-A44B-49F2-ABB9-AFD7E86278B3}"/>
          </ac:graphicFrameMkLst>
        </pc:graphicFrameChg>
      </pc:sldChg>
      <pc:sldChg chg="del">
        <pc:chgData name="민민 성" userId="cf1f1df607fbac1a" providerId="LiveId" clId="{D5DD2E5D-8664-4DBE-9650-7FE4DE002C56}" dt="2026-08-12T13:40:09.090" v="9" actId="47"/>
        <pc:sldMkLst>
          <pc:docMk/>
          <pc:sldMk cId="1889947372" sldId="1175"/>
        </pc:sldMkLst>
      </pc:sldChg>
      <pc:sldChg chg="del">
        <pc:chgData name="민민 성" userId="cf1f1df607fbac1a" providerId="LiveId" clId="{D5DD2E5D-8664-4DBE-9650-7FE4DE002C56}" dt="2026-08-12T13:40:09.090" v="9" actId="47"/>
        <pc:sldMkLst>
          <pc:docMk/>
          <pc:sldMk cId="1654294111" sldId="1176"/>
        </pc:sldMkLst>
      </pc:sldChg>
    </pc:docChg>
  </pc:docChgLst>
  <pc:docChgLst>
    <pc:chgData name="민민 성" userId="cf1f1df607fbac1a" providerId="LiveId" clId="{3C051927-9C62-4872-A5F4-115813DCD5C7}"/>
    <pc:docChg chg="undo redo custSel addSld delSld modSld modSection">
      <pc:chgData name="민민 성" userId="cf1f1df607fbac1a" providerId="LiveId" clId="{3C051927-9C62-4872-A5F4-115813DCD5C7}" dt="2026-07-01T14:30:24.418" v="580" actId="14861"/>
      <pc:docMkLst>
        <pc:docMk/>
      </pc:docMkLst>
      <pc:sldChg chg="del">
        <pc:chgData name="민민 성" userId="cf1f1df607fbac1a" providerId="LiveId" clId="{3C051927-9C62-4872-A5F4-115813DCD5C7}" dt="2026-06-28T15:54:46.909" v="49" actId="47"/>
        <pc:sldMkLst>
          <pc:docMk/>
          <pc:sldMk cId="0" sldId="268"/>
        </pc:sldMkLst>
      </pc:sldChg>
      <pc:sldChg chg="modSp del mod">
        <pc:chgData name="민민 성" userId="cf1f1df607fbac1a" providerId="LiveId" clId="{3C051927-9C62-4872-A5F4-115813DCD5C7}" dt="2026-06-30T14:08:19.683" v="253" actId="47"/>
        <pc:sldMkLst>
          <pc:docMk/>
          <pc:sldMk cId="0" sldId="277"/>
        </pc:sldMkLst>
        <pc:spChg chg="mod">
          <ac:chgData name="민민 성" userId="cf1f1df607fbac1a" providerId="LiveId" clId="{3C051927-9C62-4872-A5F4-115813DCD5C7}" dt="2026-06-28T16:07:30.270" v="136" actId="404"/>
          <ac:spMkLst>
            <pc:docMk/>
            <pc:sldMk cId="0" sldId="277"/>
            <ac:spMk id="6" creationId="{00000000-0000-0000-0000-000000000000}"/>
          </ac:spMkLst>
        </pc:spChg>
      </pc:sldChg>
      <pc:sldChg chg="delSp modSp mod">
        <pc:chgData name="민민 성" userId="cf1f1df607fbac1a" providerId="LiveId" clId="{3C051927-9C62-4872-A5F4-115813DCD5C7}" dt="2026-07-01T02:23:10.906" v="442" actId="1037"/>
        <pc:sldMkLst>
          <pc:docMk/>
          <pc:sldMk cId="3324877510" sldId="1165"/>
        </pc:sldMkLst>
        <pc:spChg chg="mod">
          <ac:chgData name="민민 성" userId="cf1f1df607fbac1a" providerId="LiveId" clId="{3C051927-9C62-4872-A5F4-115813DCD5C7}" dt="2026-06-30T14:04:01.208" v="160" actId="1076"/>
          <ac:spMkLst>
            <pc:docMk/>
            <pc:sldMk cId="3324877510" sldId="1165"/>
            <ac:spMk id="3" creationId="{B735DF51-D92E-43C3-8DAA-67F59F5811BD}"/>
          </ac:spMkLst>
        </pc:spChg>
        <pc:spChg chg="mod">
          <ac:chgData name="민민 성" userId="cf1f1df607fbac1a" providerId="LiveId" clId="{3C051927-9C62-4872-A5F4-115813DCD5C7}" dt="2026-07-01T02:22:35.768" v="391" actId="1038"/>
          <ac:spMkLst>
            <pc:docMk/>
            <pc:sldMk cId="3324877510" sldId="1165"/>
            <ac:spMk id="4" creationId="{6A4D6EF0-2154-49B1-AAB4-655261E74464}"/>
          </ac:spMkLst>
        </pc:spChg>
        <pc:spChg chg="mod">
          <ac:chgData name="민민 성" userId="cf1f1df607fbac1a" providerId="LiveId" clId="{3C051927-9C62-4872-A5F4-115813DCD5C7}" dt="2026-07-01T02:23:10.906" v="442" actId="1037"/>
          <ac:spMkLst>
            <pc:docMk/>
            <pc:sldMk cId="3324877510" sldId="1165"/>
            <ac:spMk id="6" creationId="{F1BC8419-EBBA-4F14-988B-EB21113177B6}"/>
          </ac:spMkLst>
        </pc:spChg>
        <pc:spChg chg="mod">
          <ac:chgData name="민민 성" userId="cf1f1df607fbac1a" providerId="LiveId" clId="{3C051927-9C62-4872-A5F4-115813DCD5C7}" dt="2026-06-30T14:04:25.849" v="165" actId="1076"/>
          <ac:spMkLst>
            <pc:docMk/>
            <pc:sldMk cId="3324877510" sldId="1165"/>
            <ac:spMk id="7" creationId="{700FDCE7-9D14-4138-A323-ABA5C3851DF3}"/>
          </ac:spMkLst>
        </pc:spChg>
        <pc:spChg chg="del mod">
          <ac:chgData name="민민 성" userId="cf1f1df607fbac1a" providerId="LiveId" clId="{3C051927-9C62-4872-A5F4-115813DCD5C7}" dt="2026-06-30T14:02:49.191" v="151"/>
          <ac:spMkLst>
            <pc:docMk/>
            <pc:sldMk cId="3324877510" sldId="1165"/>
            <ac:spMk id="8" creationId="{7C3D2210-8AE9-44B5-AE50-44EB9B2E2D2D}"/>
          </ac:spMkLst>
        </pc:spChg>
      </pc:sldChg>
      <pc:sldChg chg="modSp mod">
        <pc:chgData name="민민 성" userId="cf1f1df607fbac1a" providerId="LiveId" clId="{3C051927-9C62-4872-A5F4-115813DCD5C7}" dt="2026-06-28T16:02:52.607" v="81" actId="14100"/>
        <pc:sldMkLst>
          <pc:docMk/>
          <pc:sldMk cId="3259515845" sldId="1166"/>
        </pc:sldMkLst>
        <pc:spChg chg="mod">
          <ac:chgData name="민민 성" userId="cf1f1df607fbac1a" providerId="LiveId" clId="{3C051927-9C62-4872-A5F4-115813DCD5C7}" dt="2026-06-28T16:02:05.658" v="76" actId="1076"/>
          <ac:spMkLst>
            <pc:docMk/>
            <pc:sldMk cId="3259515845" sldId="1166"/>
            <ac:spMk id="9" creationId="{2DA85218-E5ED-41FC-B85E-A6DA83B9494B}"/>
          </ac:spMkLst>
        </pc:spChg>
        <pc:picChg chg="mod">
          <ac:chgData name="민민 성" userId="cf1f1df607fbac1a" providerId="LiveId" clId="{3C051927-9C62-4872-A5F4-115813DCD5C7}" dt="2026-06-28T16:02:52.607" v="81" actId="14100"/>
          <ac:picMkLst>
            <pc:docMk/>
            <pc:sldMk cId="3259515845" sldId="1166"/>
            <ac:picMk id="12" creationId="{5B3DF6EA-5BBF-42B0-BD05-0B94FF7CAE96}"/>
          </ac:picMkLst>
        </pc:picChg>
      </pc:sldChg>
      <pc:sldChg chg="modSp mod">
        <pc:chgData name="민민 성" userId="cf1f1df607fbac1a" providerId="LiveId" clId="{3C051927-9C62-4872-A5F4-115813DCD5C7}" dt="2026-06-28T16:08:21.151" v="138" actId="255"/>
        <pc:sldMkLst>
          <pc:docMk/>
          <pc:sldMk cId="690506698" sldId="1168"/>
        </pc:sldMkLst>
        <pc:graphicFrameChg chg="mod modGraphic">
          <ac:chgData name="민민 성" userId="cf1f1df607fbac1a" providerId="LiveId" clId="{3C051927-9C62-4872-A5F4-115813DCD5C7}" dt="2026-06-28T16:08:21.151" v="138" actId="255"/>
          <ac:graphicFrameMkLst>
            <pc:docMk/>
            <pc:sldMk cId="690506698" sldId="1168"/>
            <ac:graphicFrameMk id="6" creationId="{6623BA92-F303-4A97-9485-3A3BDC79CA39}"/>
          </ac:graphicFrameMkLst>
        </pc:graphicFrameChg>
      </pc:sldChg>
      <pc:sldChg chg="addSp modSp mod">
        <pc:chgData name="민민 성" userId="cf1f1df607fbac1a" providerId="LiveId" clId="{3C051927-9C62-4872-A5F4-115813DCD5C7}" dt="2026-06-30T14:19:27.832" v="256" actId="12789"/>
        <pc:sldMkLst>
          <pc:docMk/>
          <pc:sldMk cId="4193837908" sldId="1169"/>
        </pc:sldMkLst>
        <pc:spChg chg="mod">
          <ac:chgData name="민민 성" userId="cf1f1df607fbac1a" providerId="LiveId" clId="{3C051927-9C62-4872-A5F4-115813DCD5C7}" dt="2026-06-28T16:08:37.013" v="140" actId="255"/>
          <ac:spMkLst>
            <pc:docMk/>
            <pc:sldMk cId="4193837908" sldId="1169"/>
            <ac:spMk id="4" creationId="{6A4D6EF0-2154-49B1-AAB4-655261E74464}"/>
          </ac:spMkLst>
        </pc:spChg>
        <pc:spChg chg="mod">
          <ac:chgData name="민민 성" userId="cf1f1df607fbac1a" providerId="LiveId" clId="{3C051927-9C62-4872-A5F4-115813DCD5C7}" dt="2026-06-28T16:08:37.013" v="140" actId="255"/>
          <ac:spMkLst>
            <pc:docMk/>
            <pc:sldMk cId="4193837908" sldId="1169"/>
            <ac:spMk id="9" creationId="{34F1CD7D-E329-4EEC-A088-321BEDA3025C}"/>
          </ac:spMkLst>
        </pc:spChg>
        <pc:spChg chg="mod">
          <ac:chgData name="민민 성" userId="cf1f1df607fbac1a" providerId="LiveId" clId="{3C051927-9C62-4872-A5F4-115813DCD5C7}" dt="2026-06-28T16:08:37.013" v="140" actId="255"/>
          <ac:spMkLst>
            <pc:docMk/>
            <pc:sldMk cId="4193837908" sldId="1169"/>
            <ac:spMk id="13" creationId="{0DF7F0CB-C420-407C-9ED7-8EE82BB43777}"/>
          </ac:spMkLst>
        </pc:spChg>
        <pc:spChg chg="mod">
          <ac:chgData name="민민 성" userId="cf1f1df607fbac1a" providerId="LiveId" clId="{3C051927-9C62-4872-A5F4-115813DCD5C7}" dt="2026-06-28T16:08:37.013" v="140" actId="255"/>
          <ac:spMkLst>
            <pc:docMk/>
            <pc:sldMk cId="4193837908" sldId="1169"/>
            <ac:spMk id="18" creationId="{1474F36B-1D7A-40E9-B8BD-9F1286A9074E}"/>
          </ac:spMkLst>
        </pc:spChg>
        <pc:grpChg chg="add mod">
          <ac:chgData name="민민 성" userId="cf1f1df607fbac1a" providerId="LiveId" clId="{3C051927-9C62-4872-A5F4-115813DCD5C7}" dt="2026-06-30T14:19:27.832" v="256" actId="12789"/>
          <ac:grpSpMkLst>
            <pc:docMk/>
            <pc:sldMk cId="4193837908" sldId="1169"/>
            <ac:grpSpMk id="3" creationId="{1DDE30EA-5696-4052-A850-5EECFD93AACB}"/>
          </ac:grpSpMkLst>
        </pc:grpChg>
        <pc:grpChg chg="add mod">
          <ac:chgData name="민민 성" userId="cf1f1df607fbac1a" providerId="LiveId" clId="{3C051927-9C62-4872-A5F4-115813DCD5C7}" dt="2026-06-30T14:19:27.832" v="256" actId="12789"/>
          <ac:grpSpMkLst>
            <pc:docMk/>
            <pc:sldMk cId="4193837908" sldId="1169"/>
            <ac:grpSpMk id="5" creationId="{5A343795-B99A-4428-B0CD-D3CE3ED51DFC}"/>
          </ac:grpSpMkLst>
        </pc:grpChg>
        <pc:grpChg chg="add mod">
          <ac:chgData name="민민 성" userId="cf1f1df607fbac1a" providerId="LiveId" clId="{3C051927-9C62-4872-A5F4-115813DCD5C7}" dt="2026-06-30T14:19:27.832" v="256" actId="12789"/>
          <ac:grpSpMkLst>
            <pc:docMk/>
            <pc:sldMk cId="4193837908" sldId="1169"/>
            <ac:grpSpMk id="6" creationId="{B70A3975-0A92-4390-B816-59B38DDF57C5}"/>
          </ac:grpSpMkLst>
        </pc:grpChg>
        <pc:picChg chg="mod">
          <ac:chgData name="민민 성" userId="cf1f1df607fbac1a" providerId="LiveId" clId="{3C051927-9C62-4872-A5F4-115813DCD5C7}" dt="2026-06-28T15:59:17.262" v="54" actId="164"/>
          <ac:picMkLst>
            <pc:docMk/>
            <pc:sldMk cId="4193837908" sldId="1169"/>
            <ac:picMk id="8" creationId="{CB6DAA00-6AC9-4B81-B6B5-8B5580D008C2}"/>
          </ac:picMkLst>
        </pc:picChg>
        <pc:picChg chg="mod">
          <ac:chgData name="민민 성" userId="cf1f1df607fbac1a" providerId="LiveId" clId="{3C051927-9C62-4872-A5F4-115813DCD5C7}" dt="2026-06-28T15:59:19.717" v="55" actId="164"/>
          <ac:picMkLst>
            <pc:docMk/>
            <pc:sldMk cId="4193837908" sldId="1169"/>
            <ac:picMk id="11" creationId="{07A22380-2ACA-4260-A0CE-AA03E899FFE5}"/>
          </ac:picMkLst>
        </pc:picChg>
        <pc:picChg chg="mod">
          <ac:chgData name="민민 성" userId="cf1f1df607fbac1a" providerId="LiveId" clId="{3C051927-9C62-4872-A5F4-115813DCD5C7}" dt="2026-06-28T15:59:22.027" v="56" actId="164"/>
          <ac:picMkLst>
            <pc:docMk/>
            <pc:sldMk cId="4193837908" sldId="1169"/>
            <ac:picMk id="15" creationId="{985680C1-5F23-4E20-8A6E-6D2BD3E1D1E3}"/>
          </ac:picMkLst>
        </pc:picChg>
      </pc:sldChg>
      <pc:sldChg chg="addSp modSp del mod">
        <pc:chgData name="민민 성" userId="cf1f1df607fbac1a" providerId="LiveId" clId="{3C051927-9C62-4872-A5F4-115813DCD5C7}" dt="2026-07-01T03:09:04.247" v="477" actId="47"/>
        <pc:sldMkLst>
          <pc:docMk/>
          <pc:sldMk cId="481987314" sldId="1170"/>
        </pc:sldMkLst>
        <pc:spChg chg="mod">
          <ac:chgData name="민민 성" userId="cf1f1df607fbac1a" providerId="LiveId" clId="{3C051927-9C62-4872-A5F4-115813DCD5C7}" dt="2026-07-01T02:26:01.563" v="443" actId="207"/>
          <ac:spMkLst>
            <pc:docMk/>
            <pc:sldMk cId="481987314" sldId="1170"/>
            <ac:spMk id="2" creationId="{0CB3E672-C00B-464A-B8A4-7F22E50A37FB}"/>
          </ac:spMkLst>
        </pc:spChg>
        <pc:spChg chg="mod">
          <ac:chgData name="민민 성" userId="cf1f1df607fbac1a" providerId="LiveId" clId="{3C051927-9C62-4872-A5F4-115813DCD5C7}" dt="2026-06-30T14:08:16.759" v="252" actId="20577"/>
          <ac:spMkLst>
            <pc:docMk/>
            <pc:sldMk cId="481987314" sldId="1170"/>
            <ac:spMk id="3" creationId="{B7E672A1-5909-49CC-9658-433E12C75673}"/>
          </ac:spMkLst>
        </pc:spChg>
        <pc:picChg chg="add mod">
          <ac:chgData name="민민 성" userId="cf1f1df607fbac1a" providerId="LiveId" clId="{3C051927-9C62-4872-A5F4-115813DCD5C7}" dt="2026-07-01T03:08:53.161" v="476" actId="1076"/>
          <ac:picMkLst>
            <pc:docMk/>
            <pc:sldMk cId="481987314" sldId="1170"/>
            <ac:picMk id="6" creationId="{B6C50238-98A5-4258-9284-A7BD8B33363C}"/>
          </ac:picMkLst>
        </pc:picChg>
      </pc:sldChg>
      <pc:sldChg chg="addSp delSp modSp mod">
        <pc:chgData name="민민 성" userId="cf1f1df607fbac1a" providerId="LiveId" clId="{3C051927-9C62-4872-A5F4-115813DCD5C7}" dt="2026-07-01T14:30:24.418" v="580" actId="14861"/>
        <pc:sldMkLst>
          <pc:docMk/>
          <pc:sldMk cId="1831758150" sldId="1171"/>
        </pc:sldMkLst>
        <pc:spChg chg="mod">
          <ac:chgData name="민민 성" userId="cf1f1df607fbac1a" providerId="LiveId" clId="{3C051927-9C62-4872-A5F4-115813DCD5C7}" dt="2026-06-30T14:25:32.261" v="326" actId="1076"/>
          <ac:spMkLst>
            <pc:docMk/>
            <pc:sldMk cId="1831758150" sldId="1171"/>
            <ac:spMk id="2" creationId="{0CB3E672-C00B-464A-B8A4-7F22E50A37FB}"/>
          </ac:spMkLst>
        </pc:spChg>
        <pc:spChg chg="mod topLvl">
          <ac:chgData name="민민 성" userId="cf1f1df607fbac1a" providerId="LiveId" clId="{3C051927-9C62-4872-A5F4-115813DCD5C7}" dt="2026-07-01T14:30:24.418" v="580" actId="14861"/>
          <ac:spMkLst>
            <pc:docMk/>
            <pc:sldMk cId="1831758150" sldId="1171"/>
            <ac:spMk id="4" creationId="{6A4D6EF0-2154-49B1-AAB4-655261E74464}"/>
          </ac:spMkLst>
        </pc:spChg>
        <pc:spChg chg="add mod">
          <ac:chgData name="민민 성" userId="cf1f1df607fbac1a" providerId="LiveId" clId="{3C051927-9C62-4872-A5F4-115813DCD5C7}" dt="2026-06-30T14:24:07.821" v="313" actId="571"/>
          <ac:spMkLst>
            <pc:docMk/>
            <pc:sldMk cId="1831758150" sldId="1171"/>
            <ac:spMk id="8" creationId="{D0044108-AD70-4247-982C-18ADFC518963}"/>
          </ac:spMkLst>
        </pc:spChg>
        <pc:spChg chg="add mod">
          <ac:chgData name="민민 성" userId="cf1f1df607fbac1a" providerId="LiveId" clId="{3C051927-9C62-4872-A5F4-115813DCD5C7}" dt="2026-06-30T14:24:07.173" v="312" actId="571"/>
          <ac:spMkLst>
            <pc:docMk/>
            <pc:sldMk cId="1831758150" sldId="1171"/>
            <ac:spMk id="14" creationId="{42D75527-92AA-488D-ACD6-C8D6D127F0CB}"/>
          </ac:spMkLst>
        </pc:spChg>
        <pc:grpChg chg="add del mod">
          <ac:chgData name="민민 성" userId="cf1f1df607fbac1a" providerId="LiveId" clId="{3C051927-9C62-4872-A5F4-115813DCD5C7}" dt="2026-07-01T14:29:59.347" v="577" actId="165"/>
          <ac:grpSpMkLst>
            <pc:docMk/>
            <pc:sldMk cId="1831758150" sldId="1171"/>
            <ac:grpSpMk id="8" creationId="{0AF1F668-5345-4349-BEAE-5607201730BF}"/>
          </ac:grpSpMkLst>
        </pc:grpChg>
        <pc:picChg chg="mod topLvl modCrop">
          <ac:chgData name="민민 성" userId="cf1f1df607fbac1a" providerId="LiveId" clId="{3C051927-9C62-4872-A5F4-115813DCD5C7}" dt="2026-07-01T14:30:24.418" v="580" actId="14861"/>
          <ac:picMkLst>
            <pc:docMk/>
            <pc:sldMk cId="1831758150" sldId="1171"/>
            <ac:picMk id="5" creationId="{0DE49B48-B628-4277-9892-798C145EC6D5}"/>
          </ac:picMkLst>
        </pc:picChg>
        <pc:picChg chg="add mod topLvl">
          <ac:chgData name="민민 성" userId="cf1f1df607fbac1a" providerId="LiveId" clId="{3C051927-9C62-4872-A5F4-115813DCD5C7}" dt="2026-07-01T14:30:24.418" v="580" actId="14861"/>
          <ac:picMkLst>
            <pc:docMk/>
            <pc:sldMk cId="1831758150" sldId="1171"/>
            <ac:picMk id="6" creationId="{C6244143-CBD7-4631-9913-7314752EB09D}"/>
          </ac:picMkLst>
        </pc:picChg>
        <pc:picChg chg="add mod topLvl modCrop">
          <ac:chgData name="민민 성" userId="cf1f1df607fbac1a" providerId="LiveId" clId="{3C051927-9C62-4872-A5F4-115813DCD5C7}" dt="2026-07-01T14:30:24.418" v="580" actId="14861"/>
          <ac:picMkLst>
            <pc:docMk/>
            <pc:sldMk cId="1831758150" sldId="1171"/>
            <ac:picMk id="7" creationId="{A6629739-595D-49F9-97F4-F2A0FD66DF60}"/>
          </ac:picMkLst>
        </pc:picChg>
        <pc:picChg chg="add mod">
          <ac:chgData name="민민 성" userId="cf1f1df607fbac1a" providerId="LiveId" clId="{3C051927-9C62-4872-A5F4-115813DCD5C7}" dt="2026-06-30T14:24:07.821" v="313" actId="571"/>
          <ac:picMkLst>
            <pc:docMk/>
            <pc:sldMk cId="1831758150" sldId="1171"/>
            <ac:picMk id="9" creationId="{1858D5E1-456F-40B4-93F9-C3F9068B432B}"/>
          </ac:picMkLst>
        </pc:picChg>
        <pc:picChg chg="add mod">
          <ac:chgData name="민민 성" userId="cf1f1df607fbac1a" providerId="LiveId" clId="{3C051927-9C62-4872-A5F4-115813DCD5C7}" dt="2026-06-30T14:24:07.821" v="313" actId="571"/>
          <ac:picMkLst>
            <pc:docMk/>
            <pc:sldMk cId="1831758150" sldId="1171"/>
            <ac:picMk id="10" creationId="{58907B27-2CF8-4EDF-A4AA-8F903F7900C8}"/>
          </ac:picMkLst>
        </pc:picChg>
        <pc:picChg chg="add mod">
          <ac:chgData name="민민 성" userId="cf1f1df607fbac1a" providerId="LiveId" clId="{3C051927-9C62-4872-A5F4-115813DCD5C7}" dt="2026-06-30T14:24:07.821" v="313" actId="571"/>
          <ac:picMkLst>
            <pc:docMk/>
            <pc:sldMk cId="1831758150" sldId="1171"/>
            <ac:picMk id="11" creationId="{CE2FE0D8-A53E-46A0-A000-F856C4D79BDA}"/>
          </ac:picMkLst>
        </pc:picChg>
        <pc:picChg chg="mod ord topLvl modCrop">
          <ac:chgData name="민민 성" userId="cf1f1df607fbac1a" providerId="LiveId" clId="{3C051927-9C62-4872-A5F4-115813DCD5C7}" dt="2026-07-01T14:30:24.418" v="580" actId="14861"/>
          <ac:picMkLst>
            <pc:docMk/>
            <pc:sldMk cId="1831758150" sldId="1171"/>
            <ac:picMk id="12" creationId="{E1B6DA5B-4F9C-4797-9FF8-3FA177C6AADE}"/>
          </ac:picMkLst>
        </pc:picChg>
        <pc:picChg chg="add mod">
          <ac:chgData name="민민 성" userId="cf1f1df607fbac1a" providerId="LiveId" clId="{3C051927-9C62-4872-A5F4-115813DCD5C7}" dt="2026-06-30T14:24:07.821" v="313" actId="571"/>
          <ac:picMkLst>
            <pc:docMk/>
            <pc:sldMk cId="1831758150" sldId="1171"/>
            <ac:picMk id="13" creationId="{DD64A359-9EA4-410D-A7CA-5CF1A65DA91A}"/>
          </ac:picMkLst>
        </pc:picChg>
        <pc:picChg chg="add mod">
          <ac:chgData name="민민 성" userId="cf1f1df607fbac1a" providerId="LiveId" clId="{3C051927-9C62-4872-A5F4-115813DCD5C7}" dt="2026-06-30T14:24:07.173" v="312" actId="571"/>
          <ac:picMkLst>
            <pc:docMk/>
            <pc:sldMk cId="1831758150" sldId="1171"/>
            <ac:picMk id="15" creationId="{41D1E086-973B-40CA-BF46-639E044D4E97}"/>
          </ac:picMkLst>
        </pc:picChg>
        <pc:picChg chg="mod topLvl">
          <ac:chgData name="민민 성" userId="cf1f1df607fbac1a" providerId="LiveId" clId="{3C051927-9C62-4872-A5F4-115813DCD5C7}" dt="2026-07-01T14:30:24.418" v="580" actId="14861"/>
          <ac:picMkLst>
            <pc:docMk/>
            <pc:sldMk cId="1831758150" sldId="1171"/>
            <ac:picMk id="16" creationId="{FE31C46F-90B8-4718-98A0-43267031BE9E}"/>
          </ac:picMkLst>
        </pc:picChg>
        <pc:picChg chg="add mod">
          <ac:chgData name="민민 성" userId="cf1f1df607fbac1a" providerId="LiveId" clId="{3C051927-9C62-4872-A5F4-115813DCD5C7}" dt="2026-06-30T14:24:07.173" v="312" actId="571"/>
          <ac:picMkLst>
            <pc:docMk/>
            <pc:sldMk cId="1831758150" sldId="1171"/>
            <ac:picMk id="17" creationId="{D16951F8-1C6E-4DC3-AB68-35B4E067D71A}"/>
          </ac:picMkLst>
        </pc:picChg>
        <pc:picChg chg="add mod">
          <ac:chgData name="민민 성" userId="cf1f1df607fbac1a" providerId="LiveId" clId="{3C051927-9C62-4872-A5F4-115813DCD5C7}" dt="2026-06-30T14:24:07.173" v="312" actId="571"/>
          <ac:picMkLst>
            <pc:docMk/>
            <pc:sldMk cId="1831758150" sldId="1171"/>
            <ac:picMk id="18" creationId="{CBA1A4D9-CED7-47D0-9CFD-86ABF7452D21}"/>
          </ac:picMkLst>
        </pc:picChg>
        <pc:picChg chg="add mod">
          <ac:chgData name="민민 성" userId="cf1f1df607fbac1a" providerId="LiveId" clId="{3C051927-9C62-4872-A5F4-115813DCD5C7}" dt="2026-06-30T14:24:07.173" v="312" actId="571"/>
          <ac:picMkLst>
            <pc:docMk/>
            <pc:sldMk cId="1831758150" sldId="1171"/>
            <ac:picMk id="19" creationId="{4C9FE615-963B-4E46-ACC7-DA220074FFDB}"/>
          </ac:picMkLst>
        </pc:picChg>
        <pc:picChg chg="mod topLvl">
          <ac:chgData name="민민 성" userId="cf1f1df607fbac1a" providerId="LiveId" clId="{3C051927-9C62-4872-A5F4-115813DCD5C7}" dt="2026-07-01T14:30:24.418" v="580" actId="14861"/>
          <ac:picMkLst>
            <pc:docMk/>
            <pc:sldMk cId="1831758150" sldId="1171"/>
            <ac:picMk id="21" creationId="{254BC6B1-C3ED-494F-88C7-BBBC33A1F366}"/>
          </ac:picMkLst>
        </pc:picChg>
      </pc:sldChg>
      <pc:sldChg chg="addSp delSp modSp new mod modClrScheme chgLayout">
        <pc:chgData name="민민 성" userId="cf1f1df607fbac1a" providerId="LiveId" clId="{3C051927-9C62-4872-A5F4-115813DCD5C7}" dt="2026-07-01T02:40:39.772" v="468" actId="20577"/>
        <pc:sldMkLst>
          <pc:docMk/>
          <pc:sldMk cId="2580665655" sldId="1172"/>
        </pc:sldMkLst>
        <pc:spChg chg="add mod">
          <ac:chgData name="민민 성" userId="cf1f1df607fbac1a" providerId="LiveId" clId="{3C051927-9C62-4872-A5F4-115813DCD5C7}" dt="2026-06-28T15:32:53.643" v="2"/>
          <ac:spMkLst>
            <pc:docMk/>
            <pc:sldMk cId="2580665655" sldId="1172"/>
            <ac:spMk id="2" creationId="{A93A1166-80D3-480B-AC15-4C42A4B3F5FA}"/>
          </ac:spMkLst>
        </pc:spChg>
        <pc:spChg chg="add del mod">
          <ac:chgData name="민민 성" userId="cf1f1df607fbac1a" providerId="LiveId" clId="{3C051927-9C62-4872-A5F4-115813DCD5C7}" dt="2026-06-28T15:58:06.535" v="50" actId="478"/>
          <ac:spMkLst>
            <pc:docMk/>
            <pc:sldMk cId="2580665655" sldId="1172"/>
            <ac:spMk id="4" creationId="{A1A468AB-178B-4D8A-B8DC-0A48817467C6}"/>
          </ac:spMkLst>
        </pc:spChg>
        <pc:spChg chg="add mod">
          <ac:chgData name="민민 성" userId="cf1f1df607fbac1a" providerId="LiveId" clId="{3C051927-9C62-4872-A5F4-115813DCD5C7}" dt="2026-06-28T15:32:53.643" v="2"/>
          <ac:spMkLst>
            <pc:docMk/>
            <pc:sldMk cId="2580665655" sldId="1172"/>
            <ac:spMk id="5" creationId="{9565B3E1-B7BF-426D-B61E-2964481E3AC6}"/>
          </ac:spMkLst>
        </pc:spChg>
        <pc:spChg chg="add mod">
          <ac:chgData name="민민 성" userId="cf1f1df607fbac1a" providerId="LiveId" clId="{3C051927-9C62-4872-A5F4-115813DCD5C7}" dt="2026-07-01T02:40:39.772" v="468" actId="20577"/>
          <ac:spMkLst>
            <pc:docMk/>
            <pc:sldMk cId="2580665655" sldId="1172"/>
            <ac:spMk id="6" creationId="{56930F29-C57F-4BDB-BE31-BB73760A4C02}"/>
          </ac:spMkLst>
        </pc:spChg>
        <pc:spChg chg="add mod">
          <ac:chgData name="민민 성" userId="cf1f1df607fbac1a" providerId="LiveId" clId="{3C051927-9C62-4872-A5F4-115813DCD5C7}" dt="2026-06-28T15:37:16.422" v="41" actId="404"/>
          <ac:spMkLst>
            <pc:docMk/>
            <pc:sldMk cId="2580665655" sldId="1172"/>
            <ac:spMk id="7" creationId="{93869407-4EFB-489E-B5D3-186AF1ABA2FD}"/>
          </ac:spMkLst>
        </pc:spChg>
        <pc:spChg chg="add mod">
          <ac:chgData name="민민 성" userId="cf1f1df607fbac1a" providerId="LiveId" clId="{3C051927-9C62-4872-A5F4-115813DCD5C7}" dt="2026-06-28T15:33:43.880" v="13" actId="20577"/>
          <ac:spMkLst>
            <pc:docMk/>
            <pc:sldMk cId="2580665655" sldId="1172"/>
            <ac:spMk id="8" creationId="{BDAEC57B-8171-4B93-A971-1EA470AD187E}"/>
          </ac:spMkLst>
        </pc:spChg>
        <pc:spChg chg="add mod">
          <ac:chgData name="민민 성" userId="cf1f1df607fbac1a" providerId="LiveId" clId="{3C051927-9C62-4872-A5F4-115813DCD5C7}" dt="2026-06-28T15:32:53.643" v="2"/>
          <ac:spMkLst>
            <pc:docMk/>
            <pc:sldMk cId="2580665655" sldId="1172"/>
            <ac:spMk id="9" creationId="{F5C77EF7-2FD8-4DFA-A67C-7EE6DA6CA2C2}"/>
          </ac:spMkLst>
        </pc:spChg>
        <pc:spChg chg="add del mod">
          <ac:chgData name="민민 성" userId="cf1f1df607fbac1a" providerId="LiveId" clId="{3C051927-9C62-4872-A5F4-115813DCD5C7}" dt="2026-06-30T14:08:27.153" v="255" actId="478"/>
          <ac:spMkLst>
            <pc:docMk/>
            <pc:sldMk cId="2580665655" sldId="1172"/>
            <ac:spMk id="10" creationId="{45CFD01F-15B6-4F42-9BE3-573E84F896EF}"/>
          </ac:spMkLst>
        </pc:spChg>
        <pc:picChg chg="add mod">
          <ac:chgData name="민민 성" userId="cf1f1df607fbac1a" providerId="LiveId" clId="{3C051927-9C62-4872-A5F4-115813DCD5C7}" dt="2026-06-28T15:32:53.643" v="2"/>
          <ac:picMkLst>
            <pc:docMk/>
            <pc:sldMk cId="2580665655" sldId="1172"/>
            <ac:picMk id="3" creationId="{8C115B02-330A-44BD-98AB-05BF5AA8036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f1f1df607fbac1a/Desktop/&#51060;&#48120;&#51088;/WeValue%20Hi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f1f1df607fbac1a/Desktop/&#51060;&#48120;&#51088;/WeValue%20Hit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WeValue </a:t>
            </a:r>
            <a:r>
              <a:rPr lang="ko-KR" altLang="en-US"/>
              <a:t>메뉴 일별 조회 수</a:t>
            </a:r>
            <a:r>
              <a:rPr lang="en-US" altLang="ko-KR"/>
              <a:t>( 6/12~7/11 )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'[WeValue Hits.xlsx]6월'!$B$9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'[WeValue Hits.xlsx]6월'!$C$8:$AF$8</c:f>
              <c:numCache>
                <c:formatCode>m\/d</c:formatCode>
                <c:ptCount val="30"/>
                <c:pt idx="0">
                  <c:v>46185</c:v>
                </c:pt>
                <c:pt idx="1">
                  <c:v>46186</c:v>
                </c:pt>
                <c:pt idx="2">
                  <c:v>46187</c:v>
                </c:pt>
                <c:pt idx="3">
                  <c:v>46188</c:v>
                </c:pt>
                <c:pt idx="4">
                  <c:v>46189</c:v>
                </c:pt>
                <c:pt idx="5">
                  <c:v>46190</c:v>
                </c:pt>
                <c:pt idx="6">
                  <c:v>46191</c:v>
                </c:pt>
                <c:pt idx="7">
                  <c:v>46192</c:v>
                </c:pt>
                <c:pt idx="8">
                  <c:v>46193</c:v>
                </c:pt>
                <c:pt idx="9">
                  <c:v>46194</c:v>
                </c:pt>
                <c:pt idx="10">
                  <c:v>46195</c:v>
                </c:pt>
                <c:pt idx="11">
                  <c:v>46196</c:v>
                </c:pt>
                <c:pt idx="12">
                  <c:v>46197</c:v>
                </c:pt>
                <c:pt idx="13">
                  <c:v>46198</c:v>
                </c:pt>
                <c:pt idx="14">
                  <c:v>46199</c:v>
                </c:pt>
                <c:pt idx="15">
                  <c:v>46200</c:v>
                </c:pt>
                <c:pt idx="16">
                  <c:v>46201</c:v>
                </c:pt>
                <c:pt idx="17">
                  <c:v>46202</c:v>
                </c:pt>
                <c:pt idx="18">
                  <c:v>46203</c:v>
                </c:pt>
                <c:pt idx="19">
                  <c:v>46204</c:v>
                </c:pt>
                <c:pt idx="20">
                  <c:v>46205</c:v>
                </c:pt>
                <c:pt idx="21">
                  <c:v>46206</c:v>
                </c:pt>
                <c:pt idx="22">
                  <c:v>46207</c:v>
                </c:pt>
                <c:pt idx="23">
                  <c:v>46208</c:v>
                </c:pt>
                <c:pt idx="24">
                  <c:v>46209</c:v>
                </c:pt>
                <c:pt idx="25">
                  <c:v>46210</c:v>
                </c:pt>
                <c:pt idx="26">
                  <c:v>46211</c:v>
                </c:pt>
                <c:pt idx="27">
                  <c:v>46212</c:v>
                </c:pt>
                <c:pt idx="28">
                  <c:v>46213</c:v>
                </c:pt>
                <c:pt idx="29">
                  <c:v>46214</c:v>
                </c:pt>
              </c:numCache>
            </c:numRef>
          </c:cat>
          <c:val>
            <c:numRef>
              <c:f>'[WeValue Hits.xlsx]6월'!$C$9:$AF$9</c:f>
              <c:numCache>
                <c:formatCode>0_);[Red]\(0\)</c:formatCode>
                <c:ptCount val="30"/>
                <c:pt idx="0">
                  <c:v>3</c:v>
                </c:pt>
                <c:pt idx="1">
                  <c:v>14</c:v>
                </c:pt>
                <c:pt idx="2">
                  <c:v>3</c:v>
                </c:pt>
                <c:pt idx="3">
                  <c:v>8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20</c:v>
                </c:pt>
                <c:pt idx="8">
                  <c:v>6</c:v>
                </c:pt>
                <c:pt idx="9">
                  <c:v>11</c:v>
                </c:pt>
                <c:pt idx="10">
                  <c:v>0</c:v>
                </c:pt>
                <c:pt idx="11">
                  <c:v>3</c:v>
                </c:pt>
                <c:pt idx="12">
                  <c:v>3</c:v>
                </c:pt>
                <c:pt idx="13">
                  <c:v>4</c:v>
                </c:pt>
                <c:pt idx="14">
                  <c:v>5</c:v>
                </c:pt>
                <c:pt idx="15">
                  <c:v>1</c:v>
                </c:pt>
                <c:pt idx="16">
                  <c:v>23</c:v>
                </c:pt>
                <c:pt idx="17">
                  <c:v>59</c:v>
                </c:pt>
                <c:pt idx="18">
                  <c:v>0</c:v>
                </c:pt>
                <c:pt idx="19">
                  <c:v>29</c:v>
                </c:pt>
                <c:pt idx="20">
                  <c:v>10</c:v>
                </c:pt>
                <c:pt idx="21">
                  <c:v>0</c:v>
                </c:pt>
                <c:pt idx="22">
                  <c:v>10</c:v>
                </c:pt>
                <c:pt idx="23">
                  <c:v>1</c:v>
                </c:pt>
                <c:pt idx="24">
                  <c:v>12</c:v>
                </c:pt>
                <c:pt idx="25">
                  <c:v>38</c:v>
                </c:pt>
                <c:pt idx="26">
                  <c:v>49</c:v>
                </c:pt>
                <c:pt idx="27">
                  <c:v>5</c:v>
                </c:pt>
                <c:pt idx="28">
                  <c:v>72</c:v>
                </c:pt>
                <c:pt idx="29">
                  <c:v>118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87-4855-BCC1-33C34FC0AA0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803040207"/>
        <c:axId val="803041871"/>
      </c:lineChart>
      <c:dateAx>
        <c:axId val="803040207"/>
        <c:scaling>
          <c:orientation val="minMax"/>
        </c:scaling>
        <c:delete val="0"/>
        <c:axPos val="b"/>
        <c:numFmt formatCode="m\/d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3041871"/>
        <c:crosses val="autoZero"/>
        <c:auto val="1"/>
        <c:lblOffset val="100"/>
        <c:baseTimeUnit val="days"/>
      </c:dateAx>
      <c:valAx>
        <c:axId val="803041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);[Red]\(0\)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3040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WeValue</a:t>
            </a:r>
            <a:r>
              <a:rPr lang="en-US" altLang="ko-KR" baseline="0"/>
              <a:t> </a:t>
            </a:r>
            <a:r>
              <a:rPr lang="ko-KR" altLang="en-US" baseline="0"/>
              <a:t>메뉴 일별 조회 수</a:t>
            </a:r>
            <a:r>
              <a:rPr lang="en-US" altLang="ko-KR"/>
              <a:t>( 7/12~8/11 )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'[WeValue Hits.xlsx]7월'!$B$9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'[WeValue Hits.xlsx]7월'!$C$8:$AF$8</c:f>
              <c:numCache>
                <c:formatCode>m\/d</c:formatCode>
                <c:ptCount val="30"/>
                <c:pt idx="0">
                  <c:v>46215</c:v>
                </c:pt>
                <c:pt idx="1">
                  <c:v>46216</c:v>
                </c:pt>
                <c:pt idx="2">
                  <c:v>46217</c:v>
                </c:pt>
                <c:pt idx="3">
                  <c:v>46218</c:v>
                </c:pt>
                <c:pt idx="4">
                  <c:v>46219</c:v>
                </c:pt>
                <c:pt idx="5">
                  <c:v>46220</c:v>
                </c:pt>
                <c:pt idx="6">
                  <c:v>46221</c:v>
                </c:pt>
                <c:pt idx="7">
                  <c:v>46222</c:v>
                </c:pt>
                <c:pt idx="8">
                  <c:v>46223</c:v>
                </c:pt>
                <c:pt idx="9">
                  <c:v>46224</c:v>
                </c:pt>
                <c:pt idx="10">
                  <c:v>46225</c:v>
                </c:pt>
                <c:pt idx="11">
                  <c:v>46226</c:v>
                </c:pt>
                <c:pt idx="12">
                  <c:v>46227</c:v>
                </c:pt>
                <c:pt idx="13">
                  <c:v>46228</c:v>
                </c:pt>
                <c:pt idx="14">
                  <c:v>46229</c:v>
                </c:pt>
                <c:pt idx="15">
                  <c:v>46230</c:v>
                </c:pt>
                <c:pt idx="16">
                  <c:v>46231</c:v>
                </c:pt>
                <c:pt idx="17">
                  <c:v>46232</c:v>
                </c:pt>
                <c:pt idx="18">
                  <c:v>46233</c:v>
                </c:pt>
                <c:pt idx="19">
                  <c:v>46234</c:v>
                </c:pt>
                <c:pt idx="20">
                  <c:v>46235</c:v>
                </c:pt>
                <c:pt idx="21">
                  <c:v>46236</c:v>
                </c:pt>
                <c:pt idx="22">
                  <c:v>46237</c:v>
                </c:pt>
                <c:pt idx="23">
                  <c:v>46238</c:v>
                </c:pt>
                <c:pt idx="24">
                  <c:v>46239</c:v>
                </c:pt>
                <c:pt idx="25">
                  <c:v>46240</c:v>
                </c:pt>
                <c:pt idx="26">
                  <c:v>46241</c:v>
                </c:pt>
                <c:pt idx="27">
                  <c:v>46242</c:v>
                </c:pt>
                <c:pt idx="28">
                  <c:v>46243</c:v>
                </c:pt>
                <c:pt idx="29">
                  <c:v>46244</c:v>
                </c:pt>
              </c:numCache>
            </c:numRef>
          </c:cat>
          <c:val>
            <c:numRef>
              <c:f>'[WeValue Hits.xlsx]7월'!$C$9:$AF$9</c:f>
              <c:numCache>
                <c:formatCode>0_);[Red]\(0\)</c:formatCode>
                <c:ptCount val="30"/>
                <c:pt idx="0">
                  <c:v>13</c:v>
                </c:pt>
                <c:pt idx="1">
                  <c:v>18</c:v>
                </c:pt>
                <c:pt idx="2">
                  <c:v>5</c:v>
                </c:pt>
                <c:pt idx="3">
                  <c:v>41</c:v>
                </c:pt>
                <c:pt idx="4">
                  <c:v>36</c:v>
                </c:pt>
                <c:pt idx="5">
                  <c:v>41</c:v>
                </c:pt>
                <c:pt idx="6">
                  <c:v>0</c:v>
                </c:pt>
                <c:pt idx="7">
                  <c:v>0</c:v>
                </c:pt>
                <c:pt idx="8">
                  <c:v>126</c:v>
                </c:pt>
                <c:pt idx="9">
                  <c:v>70</c:v>
                </c:pt>
                <c:pt idx="10">
                  <c:v>134</c:v>
                </c:pt>
                <c:pt idx="11">
                  <c:v>182</c:v>
                </c:pt>
                <c:pt idx="12">
                  <c:v>190</c:v>
                </c:pt>
                <c:pt idx="13">
                  <c:v>11</c:v>
                </c:pt>
                <c:pt idx="14">
                  <c:v>35</c:v>
                </c:pt>
                <c:pt idx="15">
                  <c:v>32</c:v>
                </c:pt>
                <c:pt idx="16">
                  <c:v>26</c:v>
                </c:pt>
                <c:pt idx="17">
                  <c:v>3</c:v>
                </c:pt>
                <c:pt idx="18">
                  <c:v>79</c:v>
                </c:pt>
                <c:pt idx="19">
                  <c:v>34</c:v>
                </c:pt>
                <c:pt idx="20">
                  <c:v>1</c:v>
                </c:pt>
                <c:pt idx="21">
                  <c:v>23</c:v>
                </c:pt>
                <c:pt idx="22">
                  <c:v>24</c:v>
                </c:pt>
                <c:pt idx="23">
                  <c:v>4</c:v>
                </c:pt>
                <c:pt idx="24">
                  <c:v>107</c:v>
                </c:pt>
                <c:pt idx="25">
                  <c:v>85</c:v>
                </c:pt>
                <c:pt idx="26">
                  <c:v>34</c:v>
                </c:pt>
                <c:pt idx="27">
                  <c:v>26</c:v>
                </c:pt>
                <c:pt idx="28">
                  <c:v>12</c:v>
                </c:pt>
                <c:pt idx="29">
                  <c:v>187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69B-4041-9875-D830ECF0C4D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803040207"/>
        <c:axId val="803041871"/>
      </c:lineChart>
      <c:dateAx>
        <c:axId val="803040207"/>
        <c:scaling>
          <c:orientation val="minMax"/>
        </c:scaling>
        <c:delete val="0"/>
        <c:axPos val="b"/>
        <c:numFmt formatCode="m\/d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3041871"/>
        <c:crosses val="autoZero"/>
        <c:auto val="1"/>
        <c:lblOffset val="100"/>
        <c:baseTimeUnit val="days"/>
      </c:dateAx>
      <c:valAx>
        <c:axId val="803041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_);[Red]\(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03040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97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40C04F3-8247-4CCA-9D16-310D0821A853}"/>
              </a:ext>
            </a:extLst>
          </p:cNvPr>
          <p:cNvSpPr/>
          <p:nvPr userDrawn="1"/>
        </p:nvSpPr>
        <p:spPr>
          <a:xfrm>
            <a:off x="-1" y="-9000"/>
            <a:ext cx="12192001" cy="6867000"/>
          </a:xfrm>
          <a:prstGeom prst="rect">
            <a:avLst/>
          </a:prstGeom>
          <a:solidFill>
            <a:srgbClr val="11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E9299A93-13F4-497F-8E16-C045CD8A2A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862" y="6428739"/>
            <a:ext cx="1132681" cy="21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86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40C04F3-8247-4CCA-9D16-310D0821A853}"/>
              </a:ext>
            </a:extLst>
          </p:cNvPr>
          <p:cNvSpPr/>
          <p:nvPr userDrawn="1"/>
        </p:nvSpPr>
        <p:spPr>
          <a:xfrm>
            <a:off x="-1" y="-9000"/>
            <a:ext cx="12192001" cy="6867000"/>
          </a:xfrm>
          <a:prstGeom prst="rect">
            <a:avLst/>
          </a:prstGeom>
          <a:solidFill>
            <a:srgbClr val="112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34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89B95566-5F6A-41F8-B089-2E125BE7A927}"/>
              </a:ext>
            </a:extLst>
          </p:cNvPr>
          <p:cNvSpPr/>
          <p:nvPr userDrawn="1"/>
        </p:nvSpPr>
        <p:spPr>
          <a:xfrm>
            <a:off x="554400" y="486000"/>
            <a:ext cx="306000" cy="46800"/>
          </a:xfrm>
          <a:prstGeom prst="rect">
            <a:avLst/>
          </a:prstGeom>
          <a:solidFill>
            <a:srgbClr val="26539C"/>
          </a:solidFill>
          <a:ln/>
        </p:spPr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0ABF9AE2-4874-4D8C-92DD-8B6719681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400" y="626400"/>
            <a:ext cx="10515600" cy="54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457200" indent="-457200" algn="l">
              <a:buFont typeface="Arial" panose="020B0604020202020204" pitchFamily="34" charset="0"/>
              <a:buNone/>
              <a:defRPr lang="ko-KR" altLang="en-US" sz="3200" b="1" kern="0" spc="-50">
                <a:solidFill>
                  <a:srgbClr val="1D1D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lvl="0" indent="0" algn="l"/>
            <a:r>
              <a:rPr lang="ko-KR" altLang="en-US" dirty="0"/>
              <a:t>마스터 제목 스타일 편집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C850D007-165C-4A57-BE9F-5A12B3CE20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4038" y="1198800"/>
            <a:ext cx="6626225" cy="1189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>
              <a:defRPr lang="ko-KR" altLang="en-US" sz="1600" kern="0" spc="-20" smtClean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z="1800" smtClean="0"/>
            </a:lvl4pPr>
            <a:lvl5pPr>
              <a:defRPr lang="ko-KR" altLang="en-US" sz="1800"/>
            </a:lvl5pPr>
          </a:lstStyle>
          <a:p>
            <a:pPr marL="0" lvl="0" indent="0">
              <a:buNone/>
            </a:pPr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54198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3AA94215-B729-43D1-9575-7A93244A027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489745" y="6361200"/>
            <a:ext cx="1230910" cy="34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5" r:id="rId3"/>
    <p:sldLayoutId id="2147483654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F8F4BD1F-2F87-450B-9C2B-ED88EC54FA94}"/>
              </a:ext>
            </a:extLst>
          </p:cNvPr>
          <p:cNvSpPr/>
          <p:nvPr/>
        </p:nvSpPr>
        <p:spPr>
          <a:xfrm>
            <a:off x="864000" y="338178"/>
            <a:ext cx="891270" cy="738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altLang="ko-KR" sz="4800" b="1" kern="0" spc="-15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r>
              <a:rPr lang="ko-KR" altLang="en-US" sz="4800" b="1" kern="0" spc="-15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</a:t>
            </a:r>
            <a:endParaRPr lang="en-US" altLang="ko-KR" sz="4800" b="1" kern="0" spc="-150" dirty="0"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graphicFrame>
        <p:nvGraphicFramePr>
          <p:cNvPr id="10" name="차트 9">
            <a:extLst>
              <a:ext uri="{FF2B5EF4-FFF2-40B4-BE49-F238E27FC236}">
                <a16:creationId xmlns:a16="http://schemas.microsoft.com/office/drawing/2014/main" id="{FF3E0E17-3CA2-419E-B16B-1AB6DB3E5D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479115"/>
              </p:ext>
            </p:extLst>
          </p:nvPr>
        </p:nvGraphicFramePr>
        <p:xfrm>
          <a:off x="550862" y="1268413"/>
          <a:ext cx="11090275" cy="482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91220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F8F4BD1F-2F87-450B-9C2B-ED88EC54FA94}"/>
              </a:ext>
            </a:extLst>
          </p:cNvPr>
          <p:cNvSpPr/>
          <p:nvPr/>
        </p:nvSpPr>
        <p:spPr>
          <a:xfrm>
            <a:off x="864000" y="338178"/>
            <a:ext cx="891270" cy="738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altLang="ko-KR" sz="4800" b="1" kern="0" spc="-15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r>
              <a:rPr lang="ko-KR" altLang="en-US" sz="4800" b="1" kern="0" spc="-150" dirty="0"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</a:t>
            </a:r>
            <a:endParaRPr lang="en-US" altLang="ko-KR" sz="4800" b="1" kern="0" spc="-150" dirty="0"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305F6A6F-A44B-49F2-ABB9-AFD7E86278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868990"/>
              </p:ext>
            </p:extLst>
          </p:nvPr>
        </p:nvGraphicFramePr>
        <p:xfrm>
          <a:off x="550863" y="1268414"/>
          <a:ext cx="11090275" cy="482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294220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12665</TotalTime>
  <Words>20</Words>
  <Application>Microsoft Office PowerPoint</Application>
  <PresentationFormat>와이드스크린</PresentationFormat>
  <Paragraphs>4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Noto Sans KR</vt:lpstr>
      <vt:lpstr>Arial</vt:lpstr>
      <vt:lpstr>Calibri</vt:lpstr>
      <vt:lpstr>Office Theme</vt:lpstr>
      <vt:lpstr>PowerPoint 프레젠테이션</vt:lpstr>
      <vt:lpstr>PowerPoint 프레젠테이션</vt:lpstr>
    </vt:vector>
  </TitlesOfParts>
  <Company>SCHMC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새병원 개원 1주년 — 지역의료의 새 지평</dc:title>
  <dc:creator>순천향대학교 천안병원</dc:creator>
  <cp:lastModifiedBy>민민 성</cp:lastModifiedBy>
  <cp:revision>2337</cp:revision>
  <dcterms:created xsi:type="dcterms:W3CDTF">2026-05-04T04:55:06Z</dcterms:created>
  <dcterms:modified xsi:type="dcterms:W3CDTF">2026-08-12T13:44:11Z</dcterms:modified>
</cp:coreProperties>
</file>