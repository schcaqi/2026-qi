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294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론" id="{F93E12DA-42D8-404A-84C2-3A0715DE0C7D}">
          <p14:sldIdLst>
            <p14:sldId id="256"/>
            <p14:sldId id="298"/>
            <p14:sldId id="299"/>
            <p14:sldId id="300"/>
            <p14:sldId id="301"/>
            <p14:sldId id="302"/>
            <p14:sldId id="30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2" orient="horz" pos="1185" userDrawn="1">
          <p15:clr>
            <a:srgbClr val="A4A3A4"/>
          </p15:clr>
        </p15:guide>
        <p15:guide id="14" orient="horz" pos="2228" userDrawn="1">
          <p15:clr>
            <a:srgbClr val="A4A3A4"/>
          </p15:clr>
        </p15:guide>
        <p15:guide id="16" orient="horz" pos="37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506" autoAdjust="0"/>
  </p:normalViewPr>
  <p:slideViewPr>
    <p:cSldViewPr snapToGrid="0">
      <p:cViewPr varScale="1">
        <p:scale>
          <a:sx n="125" d="100"/>
          <a:sy n="125" d="100"/>
        </p:scale>
        <p:origin x="720" y="108"/>
      </p:cViewPr>
      <p:guideLst>
        <p:guide pos="234"/>
        <p:guide pos="7446"/>
        <p:guide pos="529"/>
        <p:guide pos="3840"/>
        <p:guide pos="7151"/>
        <p:guide orient="horz" pos="1185"/>
        <p:guide orient="horz" pos="2228"/>
        <p:guide orient="horz" pos="379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9DE54973-CD22-43AE-9EA5-282B3799CFFB}"/>
    <pc:docChg chg="undo redo custSel addSld delSld modSld modMainMaster modSection">
      <pc:chgData name="민민 성" userId="cf1f1df607fbac1a" providerId="LiveId" clId="{9DE54973-CD22-43AE-9EA5-282B3799CFFB}" dt="2026-07-17T09:10:25.078" v="738" actId="20577"/>
      <pc:docMkLst>
        <pc:docMk/>
      </pc:docMkLst>
      <pc:sldChg chg="modSp mod">
        <pc:chgData name="민민 성" userId="cf1f1df607fbac1a" providerId="LiveId" clId="{9DE54973-CD22-43AE-9EA5-282B3799CFFB}" dt="2026-07-17T08:35:01.719" v="6"/>
        <pc:sldMkLst>
          <pc:docMk/>
          <pc:sldMk cId="3345973194" sldId="256"/>
        </pc:sldMkLst>
        <pc:spChg chg="mod">
          <ac:chgData name="민민 성" userId="cf1f1df607fbac1a" providerId="LiveId" clId="{9DE54973-CD22-43AE-9EA5-282B3799CFFB}" dt="2026-07-17T08:34:56.661" v="3" actId="21"/>
          <ac:spMkLst>
            <pc:docMk/>
            <pc:sldMk cId="3345973194" sldId="256"/>
            <ac:spMk id="75" creationId="{C7D65FD5-30AB-2D68-1541-58FF6594EBA2}"/>
          </ac:spMkLst>
        </pc:spChg>
        <pc:spChg chg="mod">
          <ac:chgData name="민민 성" userId="cf1f1df607fbac1a" providerId="LiveId" clId="{9DE54973-CD22-43AE-9EA5-282B3799CFFB}" dt="2026-07-17T08:35:01.719" v="6"/>
          <ac:spMkLst>
            <pc:docMk/>
            <pc:sldMk cId="3345973194" sldId="256"/>
            <ac:spMk id="77" creationId="{59E4379C-58B8-E383-E8C5-00410A439847}"/>
          </ac:spMkLst>
        </pc:spChg>
      </pc:sldChg>
      <pc:sldChg chg="addSp delSp modSp del mod modClrScheme chgLayout">
        <pc:chgData name="민민 성" userId="cf1f1df607fbac1a" providerId="LiveId" clId="{9DE54973-CD22-43AE-9EA5-282B3799CFFB}" dt="2026-07-17T08:38:41.277" v="40" actId="47"/>
        <pc:sldMkLst>
          <pc:docMk/>
          <pc:sldMk cId="908969279" sldId="295"/>
        </pc:sldMkLst>
        <pc:spChg chg="add del mod ord">
          <ac:chgData name="민민 성" userId="cf1f1df607fbac1a" providerId="LiveId" clId="{9DE54973-CD22-43AE-9EA5-282B3799CFFB}" dt="2026-07-17T08:38:18.041" v="35" actId="700"/>
          <ac:spMkLst>
            <pc:docMk/>
            <pc:sldMk cId="908969279" sldId="295"/>
            <ac:spMk id="2" creationId="{4BF8EBDA-9576-4BC8-991B-0B154070D7D2}"/>
          </ac:spMkLst>
        </pc:spChg>
        <pc:spChg chg="add mod ord">
          <ac:chgData name="민민 성" userId="cf1f1df607fbac1a" providerId="LiveId" clId="{9DE54973-CD22-43AE-9EA5-282B3799CFFB}" dt="2026-07-17T08:38:26.837" v="38" actId="700"/>
          <ac:spMkLst>
            <pc:docMk/>
            <pc:sldMk cId="908969279" sldId="295"/>
            <ac:spMk id="3" creationId="{15BBD43E-DC3B-435C-B19A-241863D6D504}"/>
          </ac:spMkLst>
        </pc:spChg>
        <pc:spChg chg="del">
          <ac:chgData name="민민 성" userId="cf1f1df607fbac1a" providerId="LiveId" clId="{9DE54973-CD22-43AE-9EA5-282B3799CFFB}" dt="2026-07-17T08:38:20.745" v="36" actId="478"/>
          <ac:spMkLst>
            <pc:docMk/>
            <pc:sldMk cId="908969279" sldId="295"/>
            <ac:spMk id="9" creationId="{8A2601DE-5EEC-CC02-60E5-14D5F77AC4A2}"/>
          </ac:spMkLst>
        </pc:spChg>
        <pc:spChg chg="del">
          <ac:chgData name="민민 성" userId="cf1f1df607fbac1a" providerId="LiveId" clId="{9DE54973-CD22-43AE-9EA5-282B3799CFFB}" dt="2026-07-17T08:37:16.132" v="22" actId="478"/>
          <ac:spMkLst>
            <pc:docMk/>
            <pc:sldMk cId="908969279" sldId="295"/>
            <ac:spMk id="13" creationId="{C5924402-5F98-BF20-B64A-BEE08FA088C5}"/>
          </ac:spMkLst>
        </pc:spChg>
        <pc:graphicFrameChg chg="del">
          <ac:chgData name="민민 성" userId="cf1f1df607fbac1a" providerId="LiveId" clId="{9DE54973-CD22-43AE-9EA5-282B3799CFFB}" dt="2026-07-17T08:37:16.132" v="22" actId="478"/>
          <ac:graphicFrameMkLst>
            <pc:docMk/>
            <pc:sldMk cId="908969279" sldId="295"/>
            <ac:graphicFrameMk id="8" creationId="{D030D2FE-E4E5-438E-B80D-28C248AD0887}"/>
          </ac:graphicFrameMkLst>
        </pc:graphicFrameChg>
        <pc:graphicFrameChg chg="add mod modGraphic">
          <ac:chgData name="민민 성" userId="cf1f1df607fbac1a" providerId="LiveId" clId="{9DE54973-CD22-43AE-9EA5-282B3799CFFB}" dt="2026-07-17T08:38:08.566" v="33" actId="14100"/>
          <ac:graphicFrameMkLst>
            <pc:docMk/>
            <pc:sldMk cId="908969279" sldId="295"/>
            <ac:graphicFrameMk id="10" creationId="{F6FC77FD-E6E6-4CB4-9837-D6EA610DD8B6}"/>
          </ac:graphicFrameMkLst>
        </pc:graphicFrameChg>
        <pc:picChg chg="del">
          <ac:chgData name="민민 성" userId="cf1f1df607fbac1a" providerId="LiveId" clId="{9DE54973-CD22-43AE-9EA5-282B3799CFFB}" dt="2026-07-17T08:37:16.132" v="22" actId="478"/>
          <ac:picMkLst>
            <pc:docMk/>
            <pc:sldMk cId="908969279" sldId="295"/>
            <ac:picMk id="7" creationId="{1FFB93B9-1A8B-4C8F-A025-9EE50591BD5D}"/>
          </ac:picMkLst>
        </pc:picChg>
      </pc:sldChg>
      <pc:sldChg chg="del">
        <pc:chgData name="민민 성" userId="cf1f1df607fbac1a" providerId="LiveId" clId="{9DE54973-CD22-43AE-9EA5-282B3799CFFB}" dt="2026-07-17T08:38:23.105" v="37" actId="47"/>
        <pc:sldMkLst>
          <pc:docMk/>
          <pc:sldMk cId="2660490173" sldId="297"/>
        </pc:sldMkLst>
      </pc:sldChg>
      <pc:sldChg chg="addSp delSp modSp new mod modClrScheme chgLayout">
        <pc:chgData name="민민 성" userId="cf1f1df607fbac1a" providerId="LiveId" clId="{9DE54973-CD22-43AE-9EA5-282B3799CFFB}" dt="2026-07-17T08:43:39.782" v="107" actId="1076"/>
        <pc:sldMkLst>
          <pc:docMk/>
          <pc:sldMk cId="1047837970" sldId="298"/>
        </pc:sldMkLst>
        <pc:spChg chg="del mod ord">
          <ac:chgData name="민민 성" userId="cf1f1df607fbac1a" providerId="LiveId" clId="{9DE54973-CD22-43AE-9EA5-282B3799CFFB}" dt="2026-07-17T08:35:19.558" v="8" actId="700"/>
          <ac:spMkLst>
            <pc:docMk/>
            <pc:sldMk cId="1047837970" sldId="298"/>
            <ac:spMk id="2" creationId="{71DE5DF2-D1A5-4928-A662-C6F489D0EC79}"/>
          </ac:spMkLst>
        </pc:spChg>
        <pc:spChg chg="del">
          <ac:chgData name="민민 성" userId="cf1f1df607fbac1a" providerId="LiveId" clId="{9DE54973-CD22-43AE-9EA5-282B3799CFFB}" dt="2026-07-17T08:35:19.558" v="8" actId="700"/>
          <ac:spMkLst>
            <pc:docMk/>
            <pc:sldMk cId="1047837970" sldId="298"/>
            <ac:spMk id="3" creationId="{465762AF-F718-4AD1-B327-72F3FCAE3C5C}"/>
          </ac:spMkLst>
        </pc:spChg>
        <pc:spChg chg="add mod ord">
          <ac:chgData name="민민 성" userId="cf1f1df607fbac1a" providerId="LiveId" clId="{9DE54973-CD22-43AE-9EA5-282B3799CFFB}" dt="2026-07-17T08:35:58.918" v="15" actId="20577"/>
          <ac:spMkLst>
            <pc:docMk/>
            <pc:sldMk cId="1047837970" sldId="298"/>
            <ac:spMk id="4" creationId="{4ED64737-09E6-41C3-877E-BA0D786FADFA}"/>
          </ac:spMkLst>
        </pc:spChg>
        <pc:spChg chg="add del">
          <ac:chgData name="민민 성" userId="cf1f1df607fbac1a" providerId="LiveId" clId="{9DE54973-CD22-43AE-9EA5-282B3799CFFB}" dt="2026-07-17T08:36:05.913" v="17" actId="22"/>
          <ac:spMkLst>
            <pc:docMk/>
            <pc:sldMk cId="1047837970" sldId="298"/>
            <ac:spMk id="6" creationId="{95C9307E-2CE0-4AFD-9A07-71242F57D90A}"/>
          </ac:spMkLst>
        </pc:spChg>
        <pc:spChg chg="add mod">
          <ac:chgData name="민민 성" userId="cf1f1df607fbac1a" providerId="LiveId" clId="{9DE54973-CD22-43AE-9EA5-282B3799CFFB}" dt="2026-07-17T08:43:39.782" v="107" actId="1076"/>
          <ac:spMkLst>
            <pc:docMk/>
            <pc:sldMk cId="1047837970" sldId="298"/>
            <ac:spMk id="8" creationId="{A4F611F4-7E65-4FA3-ABEF-F5C10D65743B}"/>
          </ac:spMkLst>
        </pc:spChg>
        <pc:graphicFrameChg chg="add del mod">
          <ac:chgData name="민민 성" userId="cf1f1df607fbac1a" providerId="LiveId" clId="{9DE54973-CD22-43AE-9EA5-282B3799CFFB}" dt="2026-07-17T08:38:02.291" v="30" actId="21"/>
          <ac:graphicFrameMkLst>
            <pc:docMk/>
            <pc:sldMk cId="1047837970" sldId="298"/>
            <ac:graphicFrameMk id="9" creationId="{B9C8446F-4D66-417E-8438-C657E2623F62}"/>
          </ac:graphicFrameMkLst>
        </pc:graphicFrameChg>
        <pc:graphicFrameChg chg="add del mod modGraphic">
          <ac:chgData name="민민 성" userId="cf1f1df607fbac1a" providerId="LiveId" clId="{9DE54973-CD22-43AE-9EA5-282B3799CFFB}" dt="2026-07-17T08:41:45.932" v="85" actId="21"/>
          <ac:graphicFrameMkLst>
            <pc:docMk/>
            <pc:sldMk cId="1047837970" sldId="298"/>
            <ac:graphicFrameMk id="10" creationId="{3648DC42-E20C-4C73-A813-5353713644D1}"/>
          </ac:graphicFrameMkLst>
        </pc:graphicFrameChg>
        <pc:picChg chg="add del mod">
          <ac:chgData name="민민 성" userId="cf1f1df607fbac1a" providerId="LiveId" clId="{9DE54973-CD22-43AE-9EA5-282B3799CFFB}" dt="2026-07-17T08:41:38.139" v="84" actId="478"/>
          <ac:picMkLst>
            <pc:docMk/>
            <pc:sldMk cId="1047837970" sldId="298"/>
            <ac:picMk id="11" creationId="{263026E0-E3C2-4B90-893B-8EB44D4EFC9B}"/>
          </ac:picMkLst>
        </pc:picChg>
        <pc:picChg chg="add del mod">
          <ac:chgData name="민민 성" userId="cf1f1df607fbac1a" providerId="LiveId" clId="{9DE54973-CD22-43AE-9EA5-282B3799CFFB}" dt="2026-07-17T08:41:38.139" v="84" actId="478"/>
          <ac:picMkLst>
            <pc:docMk/>
            <pc:sldMk cId="1047837970" sldId="298"/>
            <ac:picMk id="12" creationId="{A8414277-E28B-4282-BE4B-B9DEB9E0B276}"/>
          </ac:picMkLst>
        </pc:picChg>
      </pc:sldChg>
      <pc:sldChg chg="addSp delSp modSp new mod">
        <pc:chgData name="민민 성" userId="cf1f1df607fbac1a" providerId="LiveId" clId="{9DE54973-CD22-43AE-9EA5-282B3799CFFB}" dt="2026-07-17T09:03:43.044" v="538" actId="113"/>
        <pc:sldMkLst>
          <pc:docMk/>
          <pc:sldMk cId="2595013606" sldId="299"/>
        </pc:sldMkLst>
        <pc:spChg chg="mod">
          <ac:chgData name="민민 성" userId="cf1f1df607fbac1a" providerId="LiveId" clId="{9DE54973-CD22-43AE-9EA5-282B3799CFFB}" dt="2026-07-17T08:43:46.326" v="109" actId="27636"/>
          <ac:spMkLst>
            <pc:docMk/>
            <pc:sldMk cId="2595013606" sldId="299"/>
            <ac:spMk id="2" creationId="{8BB1ED35-498F-4231-9CC2-B91AEBBE3E93}"/>
          </ac:spMkLst>
        </pc:spChg>
        <pc:spChg chg="add mod">
          <ac:chgData name="민민 성" userId="cf1f1df607fbac1a" providerId="LiveId" clId="{9DE54973-CD22-43AE-9EA5-282B3799CFFB}" dt="2026-07-17T09:03:43.044" v="538" actId="113"/>
          <ac:spMkLst>
            <pc:docMk/>
            <pc:sldMk cId="2595013606" sldId="299"/>
            <ac:spMk id="9" creationId="{4DE7AE06-FC38-41A7-9DCE-27B3D3D07122}"/>
          </ac:spMkLst>
        </pc:spChg>
        <pc:spChg chg="add mod">
          <ac:chgData name="민민 성" userId="cf1f1df607fbac1a" providerId="LiveId" clId="{9DE54973-CD22-43AE-9EA5-282B3799CFFB}" dt="2026-07-17T09:03:43.044" v="538" actId="113"/>
          <ac:spMkLst>
            <pc:docMk/>
            <pc:sldMk cId="2595013606" sldId="299"/>
            <ac:spMk id="11" creationId="{41A658FD-FF7B-4C8A-9CB8-26BBF5AF81D6}"/>
          </ac:spMkLst>
        </pc:spChg>
        <pc:graphicFrameChg chg="add del mod ord modGraphic">
          <ac:chgData name="민민 성" userId="cf1f1df607fbac1a" providerId="LiveId" clId="{9DE54973-CD22-43AE-9EA5-282B3799CFFB}" dt="2026-07-17T08:44:21.707" v="117" actId="478"/>
          <ac:graphicFrameMkLst>
            <pc:docMk/>
            <pc:sldMk cId="2595013606" sldId="299"/>
            <ac:graphicFrameMk id="7" creationId="{0EBBCC87-5153-4D81-B717-6E5FCAD1057E}"/>
          </ac:graphicFrameMkLst>
        </pc:graphicFrameChg>
        <pc:picChg chg="add mod">
          <ac:chgData name="민민 성" userId="cf1f1df607fbac1a" providerId="LiveId" clId="{9DE54973-CD22-43AE-9EA5-282B3799CFFB}" dt="2026-07-17T08:45:03.500" v="122" actId="1076"/>
          <ac:picMkLst>
            <pc:docMk/>
            <pc:sldMk cId="2595013606" sldId="299"/>
            <ac:picMk id="3" creationId="{39481B82-F23B-42D4-9374-00A8C2272936}"/>
          </ac:picMkLst>
        </pc:picChg>
        <pc:picChg chg="add mod">
          <ac:chgData name="민민 성" userId="cf1f1df607fbac1a" providerId="LiveId" clId="{9DE54973-CD22-43AE-9EA5-282B3799CFFB}" dt="2026-07-17T08:45:03.500" v="122" actId="1076"/>
          <ac:picMkLst>
            <pc:docMk/>
            <pc:sldMk cId="2595013606" sldId="299"/>
            <ac:picMk id="4" creationId="{7834C2F8-993E-4EDE-AEEF-79D3ACB21C2E}"/>
          </ac:picMkLst>
        </pc:picChg>
        <pc:cxnChg chg="add del">
          <ac:chgData name="민민 성" userId="cf1f1df607fbac1a" providerId="LiveId" clId="{9DE54973-CD22-43AE-9EA5-282B3799CFFB}" dt="2026-07-17T08:41:02.833" v="79" actId="478"/>
          <ac:cxnSpMkLst>
            <pc:docMk/>
            <pc:sldMk cId="2595013606" sldId="299"/>
            <ac:cxnSpMk id="6" creationId="{73F4B539-BBB5-4F56-A6B4-D8DDED040BD7}"/>
          </ac:cxnSpMkLst>
        </pc:cxnChg>
      </pc:sldChg>
      <pc:sldChg chg="addSp delSp modSp new mod">
        <pc:chgData name="민민 성" userId="cf1f1df607fbac1a" providerId="LiveId" clId="{9DE54973-CD22-43AE-9EA5-282B3799CFFB}" dt="2026-07-17T09:10:25.078" v="738" actId="20577"/>
        <pc:sldMkLst>
          <pc:docMk/>
          <pc:sldMk cId="2358379726" sldId="300"/>
        </pc:sldMkLst>
        <pc:spChg chg="mod">
          <ac:chgData name="민민 성" userId="cf1f1df607fbac1a" providerId="LiveId" clId="{9DE54973-CD22-43AE-9EA5-282B3799CFFB}" dt="2026-07-17T08:45:16.854" v="125" actId="27636"/>
          <ac:spMkLst>
            <pc:docMk/>
            <pc:sldMk cId="2358379726" sldId="300"/>
            <ac:spMk id="2" creationId="{B7B6F573-384F-4C99-96D1-20C884855D56}"/>
          </ac:spMkLst>
        </pc:spChg>
        <pc:spChg chg="add mod">
          <ac:chgData name="민민 성" userId="cf1f1df607fbac1a" providerId="LiveId" clId="{9DE54973-CD22-43AE-9EA5-282B3799CFFB}" dt="2026-07-17T09:10:25.078" v="738" actId="20577"/>
          <ac:spMkLst>
            <pc:docMk/>
            <pc:sldMk cId="2358379726" sldId="300"/>
            <ac:spMk id="3" creationId="{BBC48EA5-0F6A-4F6D-ABD6-8B53BCCB9405}"/>
          </ac:spMkLst>
        </pc:spChg>
        <pc:graphicFrameChg chg="add mod modGraphic">
          <ac:chgData name="민민 성" userId="cf1f1df607fbac1a" providerId="LiveId" clId="{9DE54973-CD22-43AE-9EA5-282B3799CFFB}" dt="2026-07-17T09:03:58.787" v="540" actId="403"/>
          <ac:graphicFrameMkLst>
            <pc:docMk/>
            <pc:sldMk cId="2358379726" sldId="300"/>
            <ac:graphicFrameMk id="4" creationId="{0421B441-E3AB-4430-9378-C6915B9CF5E8}"/>
          </ac:graphicFrameMkLst>
        </pc:graphicFrameChg>
        <pc:picChg chg="add del mod">
          <ac:chgData name="민민 성" userId="cf1f1df607fbac1a" providerId="LiveId" clId="{9DE54973-CD22-43AE-9EA5-282B3799CFFB}" dt="2026-07-17T08:53:49.768" v="328" actId="478"/>
          <ac:picMkLst>
            <pc:docMk/>
            <pc:sldMk cId="2358379726" sldId="300"/>
            <ac:picMk id="5" creationId="{F05BF6B2-9059-42BD-A356-6FE0EB987E7B}"/>
          </ac:picMkLst>
        </pc:picChg>
        <pc:picChg chg="add del mod">
          <ac:chgData name="민민 성" userId="cf1f1df607fbac1a" providerId="LiveId" clId="{9DE54973-CD22-43AE-9EA5-282B3799CFFB}" dt="2026-07-17T08:55:00.757" v="339" actId="478"/>
          <ac:picMkLst>
            <pc:docMk/>
            <pc:sldMk cId="2358379726" sldId="300"/>
            <ac:picMk id="6" creationId="{03393E8E-A267-4FCE-8C5D-BD6EE46E4480}"/>
          </ac:picMkLst>
        </pc:picChg>
        <pc:picChg chg="add mod">
          <ac:chgData name="민민 성" userId="cf1f1df607fbac1a" providerId="LiveId" clId="{9DE54973-CD22-43AE-9EA5-282B3799CFFB}" dt="2026-07-17T09:00:05.108" v="487" actId="1076"/>
          <ac:picMkLst>
            <pc:docMk/>
            <pc:sldMk cId="2358379726" sldId="300"/>
            <ac:picMk id="7" creationId="{17C30239-2174-4FE5-A6F3-3F3926DF1A40}"/>
          </ac:picMkLst>
        </pc:picChg>
      </pc:sldChg>
      <pc:sldChg chg="addSp delSp modSp add mod">
        <pc:chgData name="민민 성" userId="cf1f1df607fbac1a" providerId="LiveId" clId="{9DE54973-CD22-43AE-9EA5-282B3799CFFB}" dt="2026-07-17T09:10:16.814" v="736" actId="20577"/>
        <pc:sldMkLst>
          <pc:docMk/>
          <pc:sldMk cId="1324857021" sldId="301"/>
        </pc:sldMkLst>
        <pc:spChg chg="mod">
          <ac:chgData name="민민 성" userId="cf1f1df607fbac1a" providerId="LiveId" clId="{9DE54973-CD22-43AE-9EA5-282B3799CFFB}" dt="2026-07-17T09:10:16.814" v="736" actId="20577"/>
          <ac:spMkLst>
            <pc:docMk/>
            <pc:sldMk cId="1324857021" sldId="301"/>
            <ac:spMk id="3" creationId="{BBC48EA5-0F6A-4F6D-ABD6-8B53BCCB9405}"/>
          </ac:spMkLst>
        </pc:spChg>
        <pc:graphicFrameChg chg="del">
          <ac:chgData name="민민 성" userId="cf1f1df607fbac1a" providerId="LiveId" clId="{9DE54973-CD22-43AE-9EA5-282B3799CFFB}" dt="2026-07-17T08:48:39.976" v="213" actId="478"/>
          <ac:graphicFrameMkLst>
            <pc:docMk/>
            <pc:sldMk cId="1324857021" sldId="301"/>
            <ac:graphicFrameMk id="4" creationId="{0421B441-E3AB-4430-9378-C6915B9CF5E8}"/>
          </ac:graphicFrameMkLst>
        </pc:graphicFrameChg>
        <pc:picChg chg="del">
          <ac:chgData name="민민 성" userId="cf1f1df607fbac1a" providerId="LiveId" clId="{9DE54973-CD22-43AE-9EA5-282B3799CFFB}" dt="2026-07-17T08:48:39.976" v="213" actId="478"/>
          <ac:picMkLst>
            <pc:docMk/>
            <pc:sldMk cId="1324857021" sldId="301"/>
            <ac:picMk id="5" creationId="{F05BF6B2-9059-42BD-A356-6FE0EB987E7B}"/>
          </ac:picMkLst>
        </pc:picChg>
        <pc:picChg chg="add mod ord">
          <ac:chgData name="민민 성" userId="cf1f1df607fbac1a" providerId="LiveId" clId="{9DE54973-CD22-43AE-9EA5-282B3799CFFB}" dt="2026-07-17T09:04:25.302" v="545" actId="1076"/>
          <ac:picMkLst>
            <pc:docMk/>
            <pc:sldMk cId="1324857021" sldId="301"/>
            <ac:picMk id="6" creationId="{29EF943E-0F4F-4E87-8557-41EBF8946074}"/>
          </ac:picMkLst>
        </pc:picChg>
        <pc:picChg chg="add mod ord">
          <ac:chgData name="민민 성" userId="cf1f1df607fbac1a" providerId="LiveId" clId="{9DE54973-CD22-43AE-9EA5-282B3799CFFB}" dt="2026-07-17T09:04:25.302" v="545" actId="1076"/>
          <ac:picMkLst>
            <pc:docMk/>
            <pc:sldMk cId="1324857021" sldId="301"/>
            <ac:picMk id="7" creationId="{C855052F-FE1F-4284-9C4C-9B72E09A51C4}"/>
          </ac:picMkLst>
        </pc:picChg>
      </pc:sldChg>
      <pc:sldChg chg="addSp modSp new mod">
        <pc:chgData name="민민 성" userId="cf1f1df607fbac1a" providerId="LiveId" clId="{9DE54973-CD22-43AE-9EA5-282B3799CFFB}" dt="2026-07-17T09:08:02.766" v="646" actId="6549"/>
        <pc:sldMkLst>
          <pc:docMk/>
          <pc:sldMk cId="993671951" sldId="302"/>
        </pc:sldMkLst>
        <pc:spChg chg="mod">
          <ac:chgData name="민민 성" userId="cf1f1df607fbac1a" providerId="LiveId" clId="{9DE54973-CD22-43AE-9EA5-282B3799CFFB}" dt="2026-07-17T09:04:46.845" v="549" actId="27636"/>
          <ac:spMkLst>
            <pc:docMk/>
            <pc:sldMk cId="993671951" sldId="302"/>
            <ac:spMk id="2" creationId="{CFAC92DB-BC1F-48DC-82D7-30E0CD1D8724}"/>
          </ac:spMkLst>
        </pc:spChg>
        <pc:spChg chg="add mod">
          <ac:chgData name="민민 성" userId="cf1f1df607fbac1a" providerId="LiveId" clId="{9DE54973-CD22-43AE-9EA5-282B3799CFFB}" dt="2026-07-17T09:08:02.766" v="646" actId="6549"/>
          <ac:spMkLst>
            <pc:docMk/>
            <pc:sldMk cId="993671951" sldId="302"/>
            <ac:spMk id="3" creationId="{6D03F6A5-2E0A-4A28-A8F3-A476DD06C49D}"/>
          </ac:spMkLst>
        </pc:spChg>
      </pc:sldChg>
      <pc:sldChg chg="modSp add mod">
        <pc:chgData name="민민 성" userId="cf1f1df607fbac1a" providerId="LiveId" clId="{9DE54973-CD22-43AE-9EA5-282B3799CFFB}" dt="2026-07-17T09:10:10.540" v="735" actId="20577"/>
        <pc:sldMkLst>
          <pc:docMk/>
          <pc:sldMk cId="547331351" sldId="303"/>
        </pc:sldMkLst>
        <pc:spChg chg="mod">
          <ac:chgData name="민민 성" userId="cf1f1df607fbac1a" providerId="LiveId" clId="{9DE54973-CD22-43AE-9EA5-282B3799CFFB}" dt="2026-07-17T09:10:10.540" v="735" actId="20577"/>
          <ac:spMkLst>
            <pc:docMk/>
            <pc:sldMk cId="547331351" sldId="303"/>
            <ac:spMk id="3" creationId="{6D03F6A5-2E0A-4A28-A8F3-A476DD06C49D}"/>
          </ac:spMkLst>
        </pc:spChg>
      </pc:sldChg>
      <pc:sldMasterChg chg="modSldLayout">
        <pc:chgData name="민민 성" userId="cf1f1df607fbac1a" providerId="LiveId" clId="{9DE54973-CD22-43AE-9EA5-282B3799CFFB}" dt="2026-07-17T09:00:37.477" v="489" actId="14100"/>
        <pc:sldMasterMkLst>
          <pc:docMk/>
          <pc:sldMasterMk cId="1460299412" sldId="2147483660"/>
        </pc:sldMasterMkLst>
        <pc:sldLayoutChg chg="modSp mod">
          <pc:chgData name="민민 성" userId="cf1f1df607fbac1a" providerId="LiveId" clId="{9DE54973-CD22-43AE-9EA5-282B3799CFFB}" dt="2026-07-17T09:00:37.477" v="489" actId="14100"/>
          <pc:sldLayoutMkLst>
            <pc:docMk/>
            <pc:sldMasterMk cId="1460299412" sldId="2147483660"/>
            <pc:sldLayoutMk cId="4120379027" sldId="2147483666"/>
          </pc:sldLayoutMkLst>
          <pc:spChg chg="mod">
            <ac:chgData name="민민 성" userId="cf1f1df607fbac1a" providerId="LiveId" clId="{9DE54973-CD22-43AE-9EA5-282B3799CFFB}" dt="2026-07-17T08:35:45.535" v="9" actId="1076"/>
            <ac:spMkLst>
              <pc:docMk/>
              <pc:sldMasterMk cId="1460299412" sldId="2147483660"/>
              <pc:sldLayoutMk cId="4120379027" sldId="2147483666"/>
              <ac:spMk id="2" creationId="{00000000-0000-0000-0000-000000000000}"/>
            </ac:spMkLst>
          </pc:spChg>
          <pc:cxnChg chg="mod">
            <ac:chgData name="민민 성" userId="cf1f1df607fbac1a" providerId="LiveId" clId="{9DE54973-CD22-43AE-9EA5-282B3799CFFB}" dt="2026-07-17T09:00:37.477" v="489" actId="14100"/>
            <ac:cxnSpMkLst>
              <pc:docMk/>
              <pc:sldMasterMk cId="1460299412" sldId="2147483660"/>
              <pc:sldLayoutMk cId="4120379027" sldId="2147483666"/>
              <ac:cxnSpMk id="6" creationId="{F518D108-BBB9-0418-457E-A2BC08201BD7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0">
            <a:extLst>
              <a:ext uri="{FF2B5EF4-FFF2-40B4-BE49-F238E27FC236}">
                <a16:creationId xmlns:a16="http://schemas.microsoft.com/office/drawing/2014/main" id="{A0865153-E05A-DDAA-574B-45E59EBE59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89745" y="365126"/>
            <a:ext cx="9575800" cy="782077"/>
          </a:xfrm>
        </p:spPr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>
            <a:cxnSpLocks/>
          </p:cNvCxnSpPr>
          <p:nvPr userDrawn="1"/>
        </p:nvCxnSpPr>
        <p:spPr>
          <a:xfrm>
            <a:off x="489745" y="1147203"/>
            <a:ext cx="11201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0">
            <a:extLst>
              <a:ext uri="{FF2B5EF4-FFF2-40B4-BE49-F238E27FC236}">
                <a16:creationId xmlns:a16="http://schemas.microsoft.com/office/drawing/2014/main" id="{20BDB6AC-C15B-A8B7-BEDE-B54E65CB81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08C47304-4B77-40A7-6A00-B04668F1A2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>
            <a:extLst>
              <a:ext uri="{FF2B5EF4-FFF2-40B4-BE49-F238E27FC236}">
                <a16:creationId xmlns:a16="http://schemas.microsoft.com/office/drawing/2014/main" id="{C8B3C898-B291-92D8-5008-D30CF662E8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2026-07-17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직사각형 66">
            <a:extLst>
              <a:ext uri="{FF2B5EF4-FFF2-40B4-BE49-F238E27FC236}">
                <a16:creationId xmlns:a16="http://schemas.microsoft.com/office/drawing/2014/main" id="{49E049BF-0BE0-7E06-C66D-7454852752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Shape 0">
            <a:extLst>
              <a:ext uri="{FF2B5EF4-FFF2-40B4-BE49-F238E27FC236}">
                <a16:creationId xmlns:a16="http://schemas.microsoft.com/office/drawing/2014/main" id="{B1811CD8-51ED-3C98-34A5-5626E68EA180}"/>
              </a:ext>
            </a:extLst>
          </p:cNvPr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71" name="Shape 2">
            <a:extLst>
              <a:ext uri="{FF2B5EF4-FFF2-40B4-BE49-F238E27FC236}">
                <a16:creationId xmlns:a16="http://schemas.microsoft.com/office/drawing/2014/main" id="{92374686-506E-A047-E16F-55BB84BB750D}"/>
              </a:ext>
            </a:extLst>
          </p:cNvPr>
          <p:cNvSpPr/>
          <p:nvPr/>
        </p:nvSpPr>
        <p:spPr>
          <a:xfrm>
            <a:off x="864000" y="2340000"/>
            <a:ext cx="306000" cy="468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73ED3A78-DE78-E8F6-2DAB-F4882938012A}"/>
              </a:ext>
            </a:extLst>
          </p:cNvPr>
          <p:cNvSpPr/>
          <p:nvPr/>
        </p:nvSpPr>
        <p:spPr>
          <a:xfrm>
            <a:off x="864000" y="2466000"/>
            <a:ext cx="7200000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-20" dirty="0">
                <a:solidFill>
                  <a:srgbClr val="26539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순천향대학교 천안병원</a:t>
            </a:r>
            <a:endParaRPr lang="en-US" sz="1400" dirty="0"/>
          </a:p>
        </p:txBody>
      </p:sp>
      <p:sp>
        <p:nvSpPr>
          <p:cNvPr id="75" name="Text 4">
            <a:extLst>
              <a:ext uri="{FF2B5EF4-FFF2-40B4-BE49-F238E27FC236}">
                <a16:creationId xmlns:a16="http://schemas.microsoft.com/office/drawing/2014/main" id="{C7D65FD5-30AB-2D68-1541-58FF6594EBA2}"/>
              </a:ext>
            </a:extLst>
          </p:cNvPr>
          <p:cNvSpPr/>
          <p:nvPr/>
        </p:nvSpPr>
        <p:spPr>
          <a:xfrm>
            <a:off x="864000" y="2808000"/>
            <a:ext cx="100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6000" b="1" kern="0" spc="-15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척수강내 항암요법</a:t>
            </a:r>
            <a:endParaRPr lang="en-US" sz="6000" b="1" kern="0" spc="-150" dirty="0">
              <a:solidFill>
                <a:srgbClr val="1D1D1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59E4379C-58B8-E383-E8C5-00410A439847}"/>
              </a:ext>
            </a:extLst>
          </p:cNvPr>
          <p:cNvSpPr/>
          <p:nvPr/>
        </p:nvSpPr>
        <p:spPr>
          <a:xfrm>
            <a:off x="864000" y="3816000"/>
            <a:ext cx="1008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kern="0" spc="-2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en-US" sz="2200" kern="0" spc="-2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ITx</a:t>
            </a:r>
            <a:r>
              <a:rPr lang="en-US" sz="2200" kern="0" spc="-2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, Intrathecal Chemotherapy)</a:t>
            </a:r>
            <a:endParaRPr lang="en-US" sz="2200" dirty="0"/>
          </a:p>
        </p:txBody>
      </p:sp>
      <p:sp>
        <p:nvSpPr>
          <p:cNvPr id="85" name="Shape 9">
            <a:extLst>
              <a:ext uri="{FF2B5EF4-FFF2-40B4-BE49-F238E27FC236}">
                <a16:creationId xmlns:a16="http://schemas.microsoft.com/office/drawing/2014/main" id="{75C34F01-F914-5AD4-3EBF-9BC26CBA4AE9}"/>
              </a:ext>
            </a:extLst>
          </p:cNvPr>
          <p:cNvSpPr/>
          <p:nvPr/>
        </p:nvSpPr>
        <p:spPr>
          <a:xfrm>
            <a:off x="864000" y="6408000"/>
            <a:ext cx="108000" cy="1080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87" name="Text 10">
            <a:extLst>
              <a:ext uri="{FF2B5EF4-FFF2-40B4-BE49-F238E27FC236}">
                <a16:creationId xmlns:a16="http://schemas.microsoft.com/office/drawing/2014/main" id="{78CF5808-6892-D3B3-3C5E-F1688436F402}"/>
              </a:ext>
            </a:extLst>
          </p:cNvPr>
          <p:cNvSpPr/>
          <p:nvPr/>
        </p:nvSpPr>
        <p:spPr>
          <a:xfrm>
            <a:off x="1044000" y="6408000"/>
            <a:ext cx="79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7A7A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SCHMC · SOONCHUNHYANG UNIVERSITY CHEONAN HOSPITAL</a:t>
            </a:r>
            <a:endParaRPr lang="en-US" sz="900" dirty="0"/>
          </a:p>
        </p:txBody>
      </p:sp>
      <p:pic>
        <p:nvPicPr>
          <p:cNvPr id="89" name="그림 88">
            <a:extLst>
              <a:ext uri="{FF2B5EF4-FFF2-40B4-BE49-F238E27FC236}">
                <a16:creationId xmlns:a16="http://schemas.microsoft.com/office/drawing/2014/main" id="{4959BFE2-C497-1175-AC6F-2F7A3FA2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91" y="5030474"/>
            <a:ext cx="1759995" cy="161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D64737-09E6-41C3-877E-BA0D786FA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척수강내 항암요법 </a:t>
            </a:r>
            <a:r>
              <a:rPr lang="en-US" altLang="ko-KR" dirty="0"/>
              <a:t>(</a:t>
            </a:r>
            <a:r>
              <a:rPr lang="en-US" altLang="ko-KR" dirty="0" err="1"/>
              <a:t>ITx</a:t>
            </a:r>
            <a:r>
              <a:rPr lang="en-US" altLang="ko-KR" dirty="0"/>
              <a:t>, Intrathecal Chemotherapy)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F611F4-7E65-4FA3-ABEF-F5C10D65743B}"/>
              </a:ext>
            </a:extLst>
          </p:cNvPr>
          <p:cNvSpPr txBox="1"/>
          <p:nvPr/>
        </p:nvSpPr>
        <p:spPr>
          <a:xfrm>
            <a:off x="489745" y="2361400"/>
            <a:ext cx="10862468" cy="21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일반적인 정맥 항암제는   우리 몸의 뇌혈관장벽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(BBB, Blood-Brain Barrier)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에 막혀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뇌와 척수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중추신경계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까지 잘 통과하지 못합니다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따라서 중추신경계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(CNS)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로 암세포가 침범하는 것을 예방하거나 치료하기 위해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뇌척수액이 흐르는 요추 사이 </a:t>
            </a: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척수강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지주막하 공간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으로 항암제를 직접 투여하는 치료법입니다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주요 대상은 백혈병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림프종</a:t>
            </a:r>
            <a:r>
              <a:rPr lang="ko-KR" altLang="en-US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환자 및 일부 고형암의 뇌척수막 전이 환자 등입니다</a:t>
            </a:r>
            <a:r>
              <a:rPr lang="en-US" altLang="ko-KR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7837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1ED35-498F-4231-9CC2-B91AEBBE3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척수강내 항암요법 </a:t>
            </a:r>
            <a:r>
              <a:rPr lang="en-US" altLang="ko-KR" dirty="0"/>
              <a:t>(</a:t>
            </a:r>
            <a:r>
              <a:rPr lang="en-US" altLang="ko-KR" dirty="0" err="1"/>
              <a:t>ITx</a:t>
            </a:r>
            <a:r>
              <a:rPr lang="en-US" altLang="ko-KR" dirty="0"/>
              <a:t>, Intrathecal Chemotherapy)</a:t>
            </a:r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81B82-F23B-42D4-9374-00A8C2272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597" y="2100659"/>
            <a:ext cx="3545008" cy="392072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34C2F8-993E-4EDE-AEEF-79D3ACB21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317" y="2100659"/>
            <a:ext cx="3837717" cy="392072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E7AE06-FC38-41A7-9DCE-27B3D3D07122}"/>
              </a:ext>
            </a:extLst>
          </p:cNvPr>
          <p:cNvSpPr txBox="1"/>
          <p:nvPr/>
        </p:nvSpPr>
        <p:spPr>
          <a:xfrm>
            <a:off x="839788" y="1378540"/>
            <a:ext cx="331475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 latinLnBrk="1"/>
            <a:r>
              <a:rPr lang="en-US" altLang="ko-KR" sz="1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① Lumbar puncture (</a:t>
            </a:r>
            <a:r>
              <a:rPr lang="ko-KR" altLang="en-US" sz="1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요추천자</a:t>
            </a:r>
            <a:r>
              <a:rPr lang="en-US" altLang="ko-KR" sz="1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 </a:t>
            </a:r>
            <a:endParaRPr lang="ko-KR" altLang="en-US" sz="1800" b="1" kern="1200" dirty="0">
              <a:ln>
                <a:solidFill>
                  <a:schemeClr val="accent1">
                    <a:alpha val="0"/>
                  </a:schemeClr>
                </a:solidFill>
              </a:ln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658FD-FF7B-4C8A-9CB8-26BBF5AF81D6}"/>
              </a:ext>
            </a:extLst>
          </p:cNvPr>
          <p:cNvSpPr txBox="1"/>
          <p:nvPr/>
        </p:nvSpPr>
        <p:spPr>
          <a:xfrm>
            <a:off x="6082395" y="1378540"/>
            <a:ext cx="38533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② </a:t>
            </a:r>
            <a:r>
              <a:rPr lang="en-US" altLang="ko-KR" sz="1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Ommaya reservoir (</a:t>
            </a:r>
            <a:r>
              <a:rPr lang="ko-KR" altLang="en-US" sz="1800" b="1" kern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오마야</a:t>
            </a:r>
            <a:r>
              <a:rPr lang="ko-KR" altLang="en-US" sz="1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1800" b="1" kern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저류조</a:t>
            </a:r>
            <a:r>
              <a:rPr lang="en-US" altLang="ko-KR" sz="1800" b="1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endParaRPr lang="ko-KR" altLang="en-US" sz="1800" b="1" kern="1200" dirty="0">
              <a:ln>
                <a:solidFill>
                  <a:schemeClr val="accent1">
                    <a:alpha val="0"/>
                  </a:schemeClr>
                </a:solidFill>
              </a:ln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501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6F573-384F-4C99-96D1-20C88485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척수강내 항암요법 </a:t>
            </a:r>
            <a:r>
              <a:rPr lang="en-US" altLang="ko-KR" dirty="0"/>
              <a:t>(</a:t>
            </a:r>
            <a:r>
              <a:rPr lang="en-US" altLang="ko-KR" dirty="0" err="1"/>
              <a:t>ITx</a:t>
            </a:r>
            <a:r>
              <a:rPr lang="en-US" altLang="ko-KR" dirty="0"/>
              <a:t>, Intrathecal Chemotherapy)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48EA5-0F6A-4F6D-ABD6-8B53BCCB9405}"/>
              </a:ext>
            </a:extLst>
          </p:cNvPr>
          <p:cNvSpPr txBox="1"/>
          <p:nvPr/>
        </p:nvSpPr>
        <p:spPr>
          <a:xfrm>
            <a:off x="489745" y="1229086"/>
            <a:ext cx="10862468" cy="162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동의서</a:t>
            </a:r>
            <a:endParaRPr lang="en-US" altLang="ko-KR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요추천자 검사 동의서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척수강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내 약물 투여 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Checklist, </a:t>
            </a: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시술 전 </a:t>
            </a:r>
            <a:r>
              <a:rPr lang="ko-KR" altLang="en-US" sz="16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점검표</a:t>
            </a:r>
            <a:r>
              <a:rPr lang="en-US" altLang="ko-KR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첫 약물 투여 시 항암화학요법 동의서</a:t>
            </a:r>
            <a:endParaRPr lang="en-US" altLang="ko-KR" sz="16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준비 물품</a:t>
            </a:r>
            <a:endParaRPr lang="ko-KR" altLang="en-US" b="1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421B441-E3AB-4430-9378-C6915B9CF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870578"/>
              </p:ext>
            </p:extLst>
          </p:nvPr>
        </p:nvGraphicFramePr>
        <p:xfrm>
          <a:off x="575565" y="3030670"/>
          <a:ext cx="6343396" cy="33415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09773">
                  <a:extLst>
                    <a:ext uri="{9D8B030D-6E8A-4147-A177-3AD203B41FA5}">
                      <a16:colId xmlns:a16="http://schemas.microsoft.com/office/drawing/2014/main" val="391677983"/>
                    </a:ext>
                  </a:extLst>
                </a:gridCol>
                <a:gridCol w="3333623">
                  <a:extLst>
                    <a:ext uri="{9D8B030D-6E8A-4147-A177-3AD203B41FA5}">
                      <a16:colId xmlns:a16="http://schemas.microsoft.com/office/drawing/2014/main" val="2074750407"/>
                    </a:ext>
                  </a:extLst>
                </a:gridCol>
              </a:tblGrid>
              <a:tr h="467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Set 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내부</a:t>
                      </a:r>
                      <a:endParaRPr lang="en-US" altLang="ko-KR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(spinal tapping set or aspiration set)</a:t>
                      </a:r>
                      <a:endParaRPr lang="ko-KR" altLang="en-US" sz="1400" dirty="0"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77450" marR="77450" marT="38725" marB="38725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Set</a:t>
                      </a:r>
                      <a:r>
                        <a:rPr lang="ko-KR" altLang="en-US" sz="1400" dirty="0"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외부</a:t>
                      </a:r>
                    </a:p>
                  </a:txBody>
                  <a:tcPr marL="77450" marR="77450" marT="38725" marB="38725" anchor="ctr"/>
                </a:tc>
                <a:extLst>
                  <a:ext uri="{0D108BD9-81ED-4DB2-BD59-A6C34878D82A}">
                    <a16:rowId xmlns:a16="http://schemas.microsoft.com/office/drawing/2014/main" val="281778238"/>
                  </a:ext>
                </a:extLst>
              </a:tr>
              <a:tr h="2837410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알코올 볼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베타딘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볼 많이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1cc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주사기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18G needle 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5cc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주사기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3cc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주사기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★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25G needle 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spinal needle 23G 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30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매 거즈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멸균소공포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77450" marR="77450" marT="38725" marB="38725"/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소독된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CSF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검체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tube 1 set </a:t>
                      </a:r>
                      <a:b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</a:b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처음 시행하는 경우는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2set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준비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멸균장갑 사이즈 별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개씩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(S size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는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4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슈퍼픽스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칸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3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장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s-pad 1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개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멸균 생리식염수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20ml 10ea</a:t>
                      </a: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전 처치 약물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(</a:t>
                      </a:r>
                      <a:r>
                        <a:rPr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코티솔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, </a:t>
                      </a:r>
                      <a:r>
                        <a:rPr lang="ko-KR" alt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리도카인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 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vial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로 준비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항암 프로토콜 출력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  <a:p>
                      <a:pPr marL="266700" marR="0" lvl="0" indent="-2667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CSF 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Light" panose="00000300000000000000" pitchFamily="2" charset="-127"/>
                          <a:cs typeface="KoPubWorld돋움체 Light" panose="00000300000000000000" pitchFamily="2" charset="-127"/>
                        </a:rPr>
                        <a:t>검체 바코드 출력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  <a:cs typeface="KoPubWorld돋움체 Light" panose="00000300000000000000" pitchFamily="2" charset="-127"/>
                      </a:endParaRPr>
                    </a:p>
                  </a:txBody>
                  <a:tcPr marL="77450" marR="77450" marT="38725" marB="38725"/>
                </a:tc>
                <a:extLst>
                  <a:ext uri="{0D108BD9-81ED-4DB2-BD59-A6C34878D82A}">
                    <a16:rowId xmlns:a16="http://schemas.microsoft.com/office/drawing/2014/main" val="3874215462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17C30239-2174-4FE5-A6F3-3F3926DF1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768" y="3030670"/>
            <a:ext cx="4176464" cy="33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7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B6F573-384F-4C99-96D1-20C88485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척수강내 항암요법 </a:t>
            </a:r>
            <a:r>
              <a:rPr lang="en-US" altLang="ko-KR" dirty="0"/>
              <a:t>(</a:t>
            </a:r>
            <a:r>
              <a:rPr lang="en-US" altLang="ko-KR" dirty="0" err="1"/>
              <a:t>ITx</a:t>
            </a:r>
            <a:r>
              <a:rPr lang="en-US" altLang="ko-KR" dirty="0"/>
              <a:t>, Intrathecal Chemotherapy)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C48EA5-0F6A-4F6D-ABD6-8B53BCCB9405}"/>
              </a:ext>
            </a:extLst>
          </p:cNvPr>
          <p:cNvSpPr txBox="1"/>
          <p:nvPr/>
        </p:nvSpPr>
        <p:spPr>
          <a:xfrm>
            <a:off x="489745" y="1229086"/>
            <a:ext cx="10862468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b="1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추가 여유분 준비</a:t>
            </a:r>
            <a:endParaRPr lang="en-US" altLang="ko-KR" b="1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spinal manometer 1ea, spinal needle 20~23G 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각 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2ea,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소독된 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CSF 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검체 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tube 1set, 10cc 18G 1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5cc 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주사기 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25G needle 1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(25G 38), 30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매 거즈 </a:t>
            </a:r>
            <a:r>
              <a:rPr lang="en-US" altLang="ko-KR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1</a:t>
            </a:r>
            <a:r>
              <a:rPr lang="ko-KR" altLang="en-US" sz="1600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</a:t>
            </a:r>
            <a:endParaRPr lang="en-US" altLang="ko-KR" sz="1600" kern="0" dirty="0">
              <a:solidFill>
                <a:srgbClr val="00000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endParaRPr lang="en-US" altLang="ko-KR" sz="1600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b="1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배상병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교수</a:t>
            </a:r>
            <a:r>
              <a:rPr lang="ko-KR" altLang="en-US" b="1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님</a:t>
            </a:r>
            <a:endParaRPr lang="en-US" altLang="ko-KR" b="1" kern="0" dirty="0">
              <a:solidFill>
                <a:srgbClr val="00000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소독가위</a:t>
            </a:r>
            <a:endParaRPr lang="en-US" altLang="ko-KR" sz="1600" kern="0" dirty="0">
              <a:solidFill>
                <a:srgbClr val="00000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Bowel D-set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IV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파란색 수액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SET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3way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플라스틱 의자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</a:t>
            </a:r>
          </a:p>
        </p:txBody>
      </p:sp>
      <p:pic>
        <p:nvPicPr>
          <p:cNvPr id="7" name="Picture 22">
            <a:extLst>
              <a:ext uri="{FF2B5EF4-FFF2-40B4-BE49-F238E27FC236}">
                <a16:creationId xmlns:a16="http://schemas.microsoft.com/office/drawing/2014/main" id="{C855052F-FE1F-4284-9C4C-9B72E09A5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47" y="3228752"/>
            <a:ext cx="2757674" cy="257438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20">
            <a:extLst>
              <a:ext uri="{FF2B5EF4-FFF2-40B4-BE49-F238E27FC236}">
                <a16:creationId xmlns:a16="http://schemas.microsoft.com/office/drawing/2014/main" id="{29EF943E-0F4F-4E87-8557-41EBF8946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292" y="3227948"/>
            <a:ext cx="2500027" cy="257438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2485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C92DB-BC1F-48DC-82D7-30E0CD1D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척수강내 항암요법 </a:t>
            </a:r>
            <a:r>
              <a:rPr lang="en-US" altLang="ko-KR" dirty="0"/>
              <a:t>(</a:t>
            </a:r>
            <a:r>
              <a:rPr lang="en-US" altLang="ko-KR" dirty="0" err="1"/>
              <a:t>ITx</a:t>
            </a:r>
            <a:r>
              <a:rPr lang="en-US" altLang="ko-KR" dirty="0"/>
              <a:t>, Intrathecal Chemotherapy)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3F6A5-2E0A-4A28-A8F3-A476DD06C49D}"/>
              </a:ext>
            </a:extLst>
          </p:cNvPr>
          <p:cNvSpPr txBox="1"/>
          <p:nvPr/>
        </p:nvSpPr>
        <p:spPr>
          <a:xfrm>
            <a:off x="489745" y="1229086"/>
            <a:ext cx="10862468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b="1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시행방법</a:t>
            </a:r>
            <a:endParaRPr lang="en-US" altLang="ko-KR" b="1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환자 확인 및 자세 잡기</a:t>
            </a:r>
          </a:p>
          <a:p>
            <a:pPr lvl="2">
              <a:lnSpc>
                <a:spcPct val="150000"/>
              </a:lnSpc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환자에게 목적 설명 후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측와위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옆으로 누운 자세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취하게 하고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 lvl="2">
              <a:lnSpc>
                <a:spcPct val="150000"/>
              </a:lnSpc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새우등 자세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등을 둥글게 구부려 무릎을 가슴에 붙이고 턱을 당긴 자세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를 만들어 요추 간격을 최대한 넓혀줍니다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시술 부위 소독 및 마취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천자 및 뇌척수액 배액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항암제 주입</a:t>
            </a:r>
          </a:p>
          <a:p>
            <a:pPr lvl="2">
              <a:lnSpc>
                <a:spcPct val="150000"/>
              </a:lnSpc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주입할 항암제의 양은 배액해낸 뇌척수액의 양을 넘지 않도록 하며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</a:p>
          <a:p>
            <a:pPr lvl="2">
              <a:lnSpc>
                <a:spcPct val="150000"/>
              </a:lnSpc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압력변화를 최소화하기 위해 매우 천천히 약물을 주입합니다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바늘 제거 및 드레싱</a:t>
            </a:r>
          </a:p>
        </p:txBody>
      </p:sp>
    </p:spTree>
    <p:extLst>
      <p:ext uri="{BB962C8B-B14F-4D97-AF65-F5344CB8AC3E}">
        <p14:creationId xmlns:p14="http://schemas.microsoft.com/office/powerpoint/2010/main" val="99367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C92DB-BC1F-48DC-82D7-30E0CD1D8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척수강내 항암요법 </a:t>
            </a:r>
            <a:r>
              <a:rPr lang="en-US" altLang="ko-KR" dirty="0"/>
              <a:t>(</a:t>
            </a:r>
            <a:r>
              <a:rPr lang="en-US" altLang="ko-KR" dirty="0" err="1"/>
              <a:t>ITx</a:t>
            </a:r>
            <a:r>
              <a:rPr lang="en-US" altLang="ko-KR" dirty="0"/>
              <a:t>, Intrathecal Chemotherapy)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3F6A5-2E0A-4A28-A8F3-A476DD06C49D}"/>
              </a:ext>
            </a:extLst>
          </p:cNvPr>
          <p:cNvSpPr txBox="1"/>
          <p:nvPr/>
        </p:nvSpPr>
        <p:spPr>
          <a:xfrm>
            <a:off x="489745" y="1229086"/>
            <a:ext cx="10862468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b="1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사용되는 약제</a:t>
            </a:r>
            <a:endParaRPr lang="en-US" altLang="ko-KR" b="1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Methotrexate (MTX) 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가장 흔하게 사용됨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Cytarabine (Ara-C) 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단독 또는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liposomal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형태로 사용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Hydrocortisone 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염증 반응 감소를 위해 병용</a:t>
            </a:r>
            <a:endParaRPr lang="en-US" altLang="ko-KR" sz="1600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endParaRPr lang="en-US" altLang="ko-KR" sz="1600" kern="0" dirty="0">
              <a:solidFill>
                <a:srgbClr val="000000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6"/>
            </a:pPr>
            <a:r>
              <a:rPr lang="ko-KR" altLang="en-US" b="1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시행 후 간호</a:t>
            </a:r>
            <a:r>
              <a:rPr lang="en-US" altLang="ko-KR" b="1" kern="0" dirty="0">
                <a:solidFill>
                  <a:srgbClr val="000000"/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(Post care)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앙와위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(Supine position)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유지가 가장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중요★합니다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베개를 베지 않고 똑바로 누운 자세로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6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시간동안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ABR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유지해야합니다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머리를 들거나 일어서지 않도록 강력히 교육합니다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천자 부위로 뇌척수액이 유출되면 뇌압이 떨어져 극심한 두통이 발생하기 때문입니다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.)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활력징후 및 신경학적 상태 모니터링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하지의 감각 이상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저림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운동 능력 저하 등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부작용 관찰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심한 두통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오심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구토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경부강직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고열 등 즉시 의사에게 보고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ABR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종료 시 천자 부위 관찰 필요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(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추가 혈액 또는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CSF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등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oozing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확인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)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7331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25082B3-E51B-6054-614F-070B8A1A55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082D5F33-4E6E-B308-2CAB-435ADE411B71}"/>
              </a:ext>
            </a:extLst>
          </p:cNvPr>
          <p:cNvSpPr/>
          <p:nvPr/>
        </p:nvSpPr>
        <p:spPr>
          <a:xfrm>
            <a:off x="11977200" y="0"/>
            <a:ext cx="216000" cy="68580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2F3D803D-5A29-1541-4F2D-0440774FABE2}"/>
              </a:ext>
            </a:extLst>
          </p:cNvPr>
          <p:cNvSpPr/>
          <p:nvPr/>
        </p:nvSpPr>
        <p:spPr>
          <a:xfrm>
            <a:off x="554400" y="2808000"/>
            <a:ext cx="10080000" cy="8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6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F90F4F0-397B-B918-1782-A1E639434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791" y="5030474"/>
            <a:ext cx="1759995" cy="161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</TotalTime>
  <Words>528</Words>
  <Application>Microsoft Office PowerPoint</Application>
  <PresentationFormat>와이드스크린</PresentationFormat>
  <Paragraphs>77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KoPubWorld돋움체 Light</vt:lpstr>
      <vt:lpstr>KoPub돋움체 Bold</vt:lpstr>
      <vt:lpstr>KoPub돋움체 Light</vt:lpstr>
      <vt:lpstr>Noto Sans KR</vt:lpstr>
      <vt:lpstr>맑은 고딕</vt:lpstr>
      <vt:lpstr>Arial</vt:lpstr>
      <vt:lpstr>1_Office 테마</vt:lpstr>
      <vt:lpstr>PowerPoint 프레젠테이션</vt:lpstr>
      <vt:lpstr>척수강내 항암요법 (ITx, Intrathecal Chemotherapy)</vt:lpstr>
      <vt:lpstr>척수강내 항암요법 (ITx, Intrathecal Chemotherapy)</vt:lpstr>
      <vt:lpstr>척수강내 항암요법 (ITx, Intrathecal Chemotherapy)</vt:lpstr>
      <vt:lpstr>척수강내 항암요법 (ITx, Intrathecal Chemotherapy)</vt:lpstr>
      <vt:lpstr>척수강내 항암요법 (ITx, Intrathecal Chemotherapy)</vt:lpstr>
      <vt:lpstr>척수강내 항암요법 (ITx, Intrathecal Chemotherapy)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민민 성</cp:lastModifiedBy>
  <cp:revision>898</cp:revision>
  <dcterms:created xsi:type="dcterms:W3CDTF">2026-03-04T12:11:45Z</dcterms:created>
  <dcterms:modified xsi:type="dcterms:W3CDTF">2026-07-17T09:10:25Z</dcterms:modified>
</cp:coreProperties>
</file>