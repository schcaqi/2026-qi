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98" r:id="rId3"/>
    <p:sldId id="299" r:id="rId4"/>
    <p:sldId id="300" r:id="rId5"/>
    <p:sldId id="29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서론" id="{F93E12DA-42D8-404A-84C2-3A0715DE0C7D}">
          <p14:sldIdLst>
            <p14:sldId id="256"/>
            <p14:sldId id="298"/>
            <p14:sldId id="299"/>
            <p14:sldId id="300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2" orient="horz" pos="1185" userDrawn="1">
          <p15:clr>
            <a:srgbClr val="A4A3A4"/>
          </p15:clr>
        </p15:guide>
        <p15:guide id="14" orient="horz" pos="2228" userDrawn="1">
          <p15:clr>
            <a:srgbClr val="A4A3A4"/>
          </p15:clr>
        </p15:guide>
        <p15:guide id="16" orient="horz" pos="37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506" autoAdjust="0"/>
  </p:normalViewPr>
  <p:slideViewPr>
    <p:cSldViewPr snapToGrid="0">
      <p:cViewPr varScale="1">
        <p:scale>
          <a:sx n="83" d="100"/>
          <a:sy n="83" d="100"/>
        </p:scale>
        <p:origin x="1434" y="96"/>
      </p:cViewPr>
      <p:guideLst>
        <p:guide pos="234"/>
        <p:guide pos="7446"/>
        <p:guide pos="529"/>
        <p:guide pos="3840"/>
        <p:guide pos="7151"/>
        <p:guide orient="horz" pos="1185"/>
        <p:guide orient="horz" pos="2228"/>
        <p:guide orient="horz" pos="379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민 성" userId="cf1f1df607fbac1a" providerId="LiveId" clId="{9DE54973-CD22-43AE-9EA5-282B3799CFFB}"/>
    <pc:docChg chg="undo redo custSel addSld delSld modSld modMainMaster modSection">
      <pc:chgData name="민민 성" userId="cf1f1df607fbac1a" providerId="LiveId" clId="{9DE54973-CD22-43AE-9EA5-282B3799CFFB}" dt="2026-07-17T09:10:25.078" v="738" actId="20577"/>
      <pc:docMkLst>
        <pc:docMk/>
      </pc:docMkLst>
      <pc:sldChg chg="modSp mod">
        <pc:chgData name="민민 성" userId="cf1f1df607fbac1a" providerId="LiveId" clId="{9DE54973-CD22-43AE-9EA5-282B3799CFFB}" dt="2026-07-17T08:35:01.719" v="6"/>
        <pc:sldMkLst>
          <pc:docMk/>
          <pc:sldMk cId="3345973194" sldId="256"/>
        </pc:sldMkLst>
        <pc:spChg chg="mod">
          <ac:chgData name="민민 성" userId="cf1f1df607fbac1a" providerId="LiveId" clId="{9DE54973-CD22-43AE-9EA5-282B3799CFFB}" dt="2026-07-17T08:34:56.661" v="3" actId="21"/>
          <ac:spMkLst>
            <pc:docMk/>
            <pc:sldMk cId="3345973194" sldId="256"/>
            <ac:spMk id="75" creationId="{C7D65FD5-30AB-2D68-1541-58FF6594EBA2}"/>
          </ac:spMkLst>
        </pc:spChg>
        <pc:spChg chg="mod">
          <ac:chgData name="민민 성" userId="cf1f1df607fbac1a" providerId="LiveId" clId="{9DE54973-CD22-43AE-9EA5-282B3799CFFB}" dt="2026-07-17T08:35:01.719" v="6"/>
          <ac:spMkLst>
            <pc:docMk/>
            <pc:sldMk cId="3345973194" sldId="256"/>
            <ac:spMk id="77" creationId="{59E4379C-58B8-E383-E8C5-00410A439847}"/>
          </ac:spMkLst>
        </pc:spChg>
      </pc:sldChg>
      <pc:sldChg chg="addSp delSp modSp del mod modClrScheme chgLayout">
        <pc:chgData name="민민 성" userId="cf1f1df607fbac1a" providerId="LiveId" clId="{9DE54973-CD22-43AE-9EA5-282B3799CFFB}" dt="2026-07-17T08:38:41.277" v="40" actId="47"/>
        <pc:sldMkLst>
          <pc:docMk/>
          <pc:sldMk cId="908969279" sldId="295"/>
        </pc:sldMkLst>
        <pc:spChg chg="add del mod ord">
          <ac:chgData name="민민 성" userId="cf1f1df607fbac1a" providerId="LiveId" clId="{9DE54973-CD22-43AE-9EA5-282B3799CFFB}" dt="2026-07-17T08:38:18.041" v="35" actId="700"/>
          <ac:spMkLst>
            <pc:docMk/>
            <pc:sldMk cId="908969279" sldId="295"/>
            <ac:spMk id="2" creationId="{4BF8EBDA-9576-4BC8-991B-0B154070D7D2}"/>
          </ac:spMkLst>
        </pc:spChg>
        <pc:spChg chg="add mod ord">
          <ac:chgData name="민민 성" userId="cf1f1df607fbac1a" providerId="LiveId" clId="{9DE54973-CD22-43AE-9EA5-282B3799CFFB}" dt="2026-07-17T08:38:26.837" v="38" actId="700"/>
          <ac:spMkLst>
            <pc:docMk/>
            <pc:sldMk cId="908969279" sldId="295"/>
            <ac:spMk id="3" creationId="{15BBD43E-DC3B-435C-B19A-241863D6D504}"/>
          </ac:spMkLst>
        </pc:spChg>
        <pc:spChg chg="del">
          <ac:chgData name="민민 성" userId="cf1f1df607fbac1a" providerId="LiveId" clId="{9DE54973-CD22-43AE-9EA5-282B3799CFFB}" dt="2026-07-17T08:38:20.745" v="36" actId="478"/>
          <ac:spMkLst>
            <pc:docMk/>
            <pc:sldMk cId="908969279" sldId="295"/>
            <ac:spMk id="9" creationId="{8A2601DE-5EEC-CC02-60E5-14D5F77AC4A2}"/>
          </ac:spMkLst>
        </pc:spChg>
        <pc:spChg chg="del">
          <ac:chgData name="민민 성" userId="cf1f1df607fbac1a" providerId="LiveId" clId="{9DE54973-CD22-43AE-9EA5-282B3799CFFB}" dt="2026-07-17T08:37:16.132" v="22" actId="478"/>
          <ac:spMkLst>
            <pc:docMk/>
            <pc:sldMk cId="908969279" sldId="295"/>
            <ac:spMk id="13" creationId="{C5924402-5F98-BF20-B64A-BEE08FA088C5}"/>
          </ac:spMkLst>
        </pc:spChg>
        <pc:graphicFrameChg chg="del">
          <ac:chgData name="민민 성" userId="cf1f1df607fbac1a" providerId="LiveId" clId="{9DE54973-CD22-43AE-9EA5-282B3799CFFB}" dt="2026-07-17T08:37:16.132" v="22" actId="478"/>
          <ac:graphicFrameMkLst>
            <pc:docMk/>
            <pc:sldMk cId="908969279" sldId="295"/>
            <ac:graphicFrameMk id="8" creationId="{D030D2FE-E4E5-438E-B80D-28C248AD0887}"/>
          </ac:graphicFrameMkLst>
        </pc:graphicFrameChg>
        <pc:graphicFrameChg chg="add mod modGraphic">
          <ac:chgData name="민민 성" userId="cf1f1df607fbac1a" providerId="LiveId" clId="{9DE54973-CD22-43AE-9EA5-282B3799CFFB}" dt="2026-07-17T08:38:08.566" v="33" actId="14100"/>
          <ac:graphicFrameMkLst>
            <pc:docMk/>
            <pc:sldMk cId="908969279" sldId="295"/>
            <ac:graphicFrameMk id="10" creationId="{F6FC77FD-E6E6-4CB4-9837-D6EA610DD8B6}"/>
          </ac:graphicFrameMkLst>
        </pc:graphicFrameChg>
        <pc:picChg chg="del">
          <ac:chgData name="민민 성" userId="cf1f1df607fbac1a" providerId="LiveId" clId="{9DE54973-CD22-43AE-9EA5-282B3799CFFB}" dt="2026-07-17T08:37:16.132" v="22" actId="478"/>
          <ac:picMkLst>
            <pc:docMk/>
            <pc:sldMk cId="908969279" sldId="295"/>
            <ac:picMk id="7" creationId="{1FFB93B9-1A8B-4C8F-A025-9EE50591BD5D}"/>
          </ac:picMkLst>
        </pc:picChg>
      </pc:sldChg>
      <pc:sldChg chg="del">
        <pc:chgData name="민민 성" userId="cf1f1df607fbac1a" providerId="LiveId" clId="{9DE54973-CD22-43AE-9EA5-282B3799CFFB}" dt="2026-07-17T08:38:23.105" v="37" actId="47"/>
        <pc:sldMkLst>
          <pc:docMk/>
          <pc:sldMk cId="2660490173" sldId="297"/>
        </pc:sldMkLst>
      </pc:sldChg>
      <pc:sldChg chg="addSp delSp modSp new mod modClrScheme chgLayout">
        <pc:chgData name="민민 성" userId="cf1f1df607fbac1a" providerId="LiveId" clId="{9DE54973-CD22-43AE-9EA5-282B3799CFFB}" dt="2026-07-17T08:43:39.782" v="107" actId="1076"/>
        <pc:sldMkLst>
          <pc:docMk/>
          <pc:sldMk cId="1047837970" sldId="298"/>
        </pc:sldMkLst>
        <pc:spChg chg="del mod ord">
          <ac:chgData name="민민 성" userId="cf1f1df607fbac1a" providerId="LiveId" clId="{9DE54973-CD22-43AE-9EA5-282B3799CFFB}" dt="2026-07-17T08:35:19.558" v="8" actId="700"/>
          <ac:spMkLst>
            <pc:docMk/>
            <pc:sldMk cId="1047837970" sldId="298"/>
            <ac:spMk id="2" creationId="{71DE5DF2-D1A5-4928-A662-C6F489D0EC79}"/>
          </ac:spMkLst>
        </pc:spChg>
        <pc:spChg chg="del">
          <ac:chgData name="민민 성" userId="cf1f1df607fbac1a" providerId="LiveId" clId="{9DE54973-CD22-43AE-9EA5-282B3799CFFB}" dt="2026-07-17T08:35:19.558" v="8" actId="700"/>
          <ac:spMkLst>
            <pc:docMk/>
            <pc:sldMk cId="1047837970" sldId="298"/>
            <ac:spMk id="3" creationId="{465762AF-F718-4AD1-B327-72F3FCAE3C5C}"/>
          </ac:spMkLst>
        </pc:spChg>
        <pc:spChg chg="add mod ord">
          <ac:chgData name="민민 성" userId="cf1f1df607fbac1a" providerId="LiveId" clId="{9DE54973-CD22-43AE-9EA5-282B3799CFFB}" dt="2026-07-17T08:35:58.918" v="15" actId="20577"/>
          <ac:spMkLst>
            <pc:docMk/>
            <pc:sldMk cId="1047837970" sldId="298"/>
            <ac:spMk id="4" creationId="{4ED64737-09E6-41C3-877E-BA0D786FADFA}"/>
          </ac:spMkLst>
        </pc:spChg>
        <pc:spChg chg="add del">
          <ac:chgData name="민민 성" userId="cf1f1df607fbac1a" providerId="LiveId" clId="{9DE54973-CD22-43AE-9EA5-282B3799CFFB}" dt="2026-07-17T08:36:05.913" v="17" actId="22"/>
          <ac:spMkLst>
            <pc:docMk/>
            <pc:sldMk cId="1047837970" sldId="298"/>
            <ac:spMk id="6" creationId="{95C9307E-2CE0-4AFD-9A07-71242F57D90A}"/>
          </ac:spMkLst>
        </pc:spChg>
        <pc:spChg chg="add mod">
          <ac:chgData name="민민 성" userId="cf1f1df607fbac1a" providerId="LiveId" clId="{9DE54973-CD22-43AE-9EA5-282B3799CFFB}" dt="2026-07-17T08:43:39.782" v="107" actId="1076"/>
          <ac:spMkLst>
            <pc:docMk/>
            <pc:sldMk cId="1047837970" sldId="298"/>
            <ac:spMk id="8" creationId="{A4F611F4-7E65-4FA3-ABEF-F5C10D65743B}"/>
          </ac:spMkLst>
        </pc:spChg>
        <pc:graphicFrameChg chg="add del mod">
          <ac:chgData name="민민 성" userId="cf1f1df607fbac1a" providerId="LiveId" clId="{9DE54973-CD22-43AE-9EA5-282B3799CFFB}" dt="2026-07-17T08:38:02.291" v="30" actId="21"/>
          <ac:graphicFrameMkLst>
            <pc:docMk/>
            <pc:sldMk cId="1047837970" sldId="298"/>
            <ac:graphicFrameMk id="9" creationId="{B9C8446F-4D66-417E-8438-C657E2623F62}"/>
          </ac:graphicFrameMkLst>
        </pc:graphicFrameChg>
        <pc:graphicFrameChg chg="add del mod modGraphic">
          <ac:chgData name="민민 성" userId="cf1f1df607fbac1a" providerId="LiveId" clId="{9DE54973-CD22-43AE-9EA5-282B3799CFFB}" dt="2026-07-17T08:41:45.932" v="85" actId="21"/>
          <ac:graphicFrameMkLst>
            <pc:docMk/>
            <pc:sldMk cId="1047837970" sldId="298"/>
            <ac:graphicFrameMk id="10" creationId="{3648DC42-E20C-4C73-A813-5353713644D1}"/>
          </ac:graphicFrameMkLst>
        </pc:graphicFrameChg>
        <pc:picChg chg="add del mod">
          <ac:chgData name="민민 성" userId="cf1f1df607fbac1a" providerId="LiveId" clId="{9DE54973-CD22-43AE-9EA5-282B3799CFFB}" dt="2026-07-17T08:41:38.139" v="84" actId="478"/>
          <ac:picMkLst>
            <pc:docMk/>
            <pc:sldMk cId="1047837970" sldId="298"/>
            <ac:picMk id="11" creationId="{263026E0-E3C2-4B90-893B-8EB44D4EFC9B}"/>
          </ac:picMkLst>
        </pc:picChg>
        <pc:picChg chg="add del mod">
          <ac:chgData name="민민 성" userId="cf1f1df607fbac1a" providerId="LiveId" clId="{9DE54973-CD22-43AE-9EA5-282B3799CFFB}" dt="2026-07-17T08:41:38.139" v="84" actId="478"/>
          <ac:picMkLst>
            <pc:docMk/>
            <pc:sldMk cId="1047837970" sldId="298"/>
            <ac:picMk id="12" creationId="{A8414277-E28B-4282-BE4B-B9DEB9E0B276}"/>
          </ac:picMkLst>
        </pc:picChg>
      </pc:sldChg>
      <pc:sldChg chg="addSp delSp modSp new mod">
        <pc:chgData name="민민 성" userId="cf1f1df607fbac1a" providerId="LiveId" clId="{9DE54973-CD22-43AE-9EA5-282B3799CFFB}" dt="2026-07-17T09:03:43.044" v="538" actId="113"/>
        <pc:sldMkLst>
          <pc:docMk/>
          <pc:sldMk cId="2595013606" sldId="299"/>
        </pc:sldMkLst>
        <pc:spChg chg="mod">
          <ac:chgData name="민민 성" userId="cf1f1df607fbac1a" providerId="LiveId" clId="{9DE54973-CD22-43AE-9EA5-282B3799CFFB}" dt="2026-07-17T08:43:46.326" v="109" actId="27636"/>
          <ac:spMkLst>
            <pc:docMk/>
            <pc:sldMk cId="2595013606" sldId="299"/>
            <ac:spMk id="2" creationId="{8BB1ED35-498F-4231-9CC2-B91AEBBE3E93}"/>
          </ac:spMkLst>
        </pc:spChg>
        <pc:spChg chg="add mod">
          <ac:chgData name="민민 성" userId="cf1f1df607fbac1a" providerId="LiveId" clId="{9DE54973-CD22-43AE-9EA5-282B3799CFFB}" dt="2026-07-17T09:03:43.044" v="538" actId="113"/>
          <ac:spMkLst>
            <pc:docMk/>
            <pc:sldMk cId="2595013606" sldId="299"/>
            <ac:spMk id="9" creationId="{4DE7AE06-FC38-41A7-9DCE-27B3D3D07122}"/>
          </ac:spMkLst>
        </pc:spChg>
        <pc:spChg chg="add mod">
          <ac:chgData name="민민 성" userId="cf1f1df607fbac1a" providerId="LiveId" clId="{9DE54973-CD22-43AE-9EA5-282B3799CFFB}" dt="2026-07-17T09:03:43.044" v="538" actId="113"/>
          <ac:spMkLst>
            <pc:docMk/>
            <pc:sldMk cId="2595013606" sldId="299"/>
            <ac:spMk id="11" creationId="{41A658FD-FF7B-4C8A-9CB8-26BBF5AF81D6}"/>
          </ac:spMkLst>
        </pc:spChg>
        <pc:graphicFrameChg chg="add del mod ord modGraphic">
          <ac:chgData name="민민 성" userId="cf1f1df607fbac1a" providerId="LiveId" clId="{9DE54973-CD22-43AE-9EA5-282B3799CFFB}" dt="2026-07-17T08:44:21.707" v="117" actId="478"/>
          <ac:graphicFrameMkLst>
            <pc:docMk/>
            <pc:sldMk cId="2595013606" sldId="299"/>
            <ac:graphicFrameMk id="7" creationId="{0EBBCC87-5153-4D81-B717-6E5FCAD1057E}"/>
          </ac:graphicFrameMkLst>
        </pc:graphicFrameChg>
        <pc:picChg chg="add mod">
          <ac:chgData name="민민 성" userId="cf1f1df607fbac1a" providerId="LiveId" clId="{9DE54973-CD22-43AE-9EA5-282B3799CFFB}" dt="2026-07-17T08:45:03.500" v="122" actId="1076"/>
          <ac:picMkLst>
            <pc:docMk/>
            <pc:sldMk cId="2595013606" sldId="299"/>
            <ac:picMk id="3" creationId="{39481B82-F23B-42D4-9374-00A8C2272936}"/>
          </ac:picMkLst>
        </pc:picChg>
        <pc:picChg chg="add mod">
          <ac:chgData name="민민 성" userId="cf1f1df607fbac1a" providerId="LiveId" clId="{9DE54973-CD22-43AE-9EA5-282B3799CFFB}" dt="2026-07-17T08:45:03.500" v="122" actId="1076"/>
          <ac:picMkLst>
            <pc:docMk/>
            <pc:sldMk cId="2595013606" sldId="299"/>
            <ac:picMk id="4" creationId="{7834C2F8-993E-4EDE-AEEF-79D3ACB21C2E}"/>
          </ac:picMkLst>
        </pc:picChg>
        <pc:cxnChg chg="add del">
          <ac:chgData name="민민 성" userId="cf1f1df607fbac1a" providerId="LiveId" clId="{9DE54973-CD22-43AE-9EA5-282B3799CFFB}" dt="2026-07-17T08:41:02.833" v="79" actId="478"/>
          <ac:cxnSpMkLst>
            <pc:docMk/>
            <pc:sldMk cId="2595013606" sldId="299"/>
            <ac:cxnSpMk id="6" creationId="{73F4B539-BBB5-4F56-A6B4-D8DDED040BD7}"/>
          </ac:cxnSpMkLst>
        </pc:cxnChg>
      </pc:sldChg>
      <pc:sldChg chg="addSp delSp modSp new mod">
        <pc:chgData name="민민 성" userId="cf1f1df607fbac1a" providerId="LiveId" clId="{9DE54973-CD22-43AE-9EA5-282B3799CFFB}" dt="2026-07-17T09:10:25.078" v="738" actId="20577"/>
        <pc:sldMkLst>
          <pc:docMk/>
          <pc:sldMk cId="2358379726" sldId="300"/>
        </pc:sldMkLst>
        <pc:spChg chg="mod">
          <ac:chgData name="민민 성" userId="cf1f1df607fbac1a" providerId="LiveId" clId="{9DE54973-CD22-43AE-9EA5-282B3799CFFB}" dt="2026-07-17T08:45:16.854" v="125" actId="27636"/>
          <ac:spMkLst>
            <pc:docMk/>
            <pc:sldMk cId="2358379726" sldId="300"/>
            <ac:spMk id="2" creationId="{B7B6F573-384F-4C99-96D1-20C884855D56}"/>
          </ac:spMkLst>
        </pc:spChg>
        <pc:spChg chg="add mod">
          <ac:chgData name="민민 성" userId="cf1f1df607fbac1a" providerId="LiveId" clId="{9DE54973-CD22-43AE-9EA5-282B3799CFFB}" dt="2026-07-17T09:10:25.078" v="738" actId="20577"/>
          <ac:spMkLst>
            <pc:docMk/>
            <pc:sldMk cId="2358379726" sldId="300"/>
            <ac:spMk id="3" creationId="{BBC48EA5-0F6A-4F6D-ABD6-8B53BCCB9405}"/>
          </ac:spMkLst>
        </pc:spChg>
        <pc:graphicFrameChg chg="add mod modGraphic">
          <ac:chgData name="민민 성" userId="cf1f1df607fbac1a" providerId="LiveId" clId="{9DE54973-CD22-43AE-9EA5-282B3799CFFB}" dt="2026-07-17T09:03:58.787" v="540" actId="403"/>
          <ac:graphicFrameMkLst>
            <pc:docMk/>
            <pc:sldMk cId="2358379726" sldId="300"/>
            <ac:graphicFrameMk id="4" creationId="{0421B441-E3AB-4430-9378-C6915B9CF5E8}"/>
          </ac:graphicFrameMkLst>
        </pc:graphicFrameChg>
        <pc:picChg chg="add del mod">
          <ac:chgData name="민민 성" userId="cf1f1df607fbac1a" providerId="LiveId" clId="{9DE54973-CD22-43AE-9EA5-282B3799CFFB}" dt="2026-07-17T08:53:49.768" v="328" actId="478"/>
          <ac:picMkLst>
            <pc:docMk/>
            <pc:sldMk cId="2358379726" sldId="300"/>
            <ac:picMk id="5" creationId="{F05BF6B2-9059-42BD-A356-6FE0EB987E7B}"/>
          </ac:picMkLst>
        </pc:picChg>
        <pc:picChg chg="add del mod">
          <ac:chgData name="민민 성" userId="cf1f1df607fbac1a" providerId="LiveId" clId="{9DE54973-CD22-43AE-9EA5-282B3799CFFB}" dt="2026-07-17T08:55:00.757" v="339" actId="478"/>
          <ac:picMkLst>
            <pc:docMk/>
            <pc:sldMk cId="2358379726" sldId="300"/>
            <ac:picMk id="6" creationId="{03393E8E-A267-4FCE-8C5D-BD6EE46E4480}"/>
          </ac:picMkLst>
        </pc:picChg>
        <pc:picChg chg="add mod">
          <ac:chgData name="민민 성" userId="cf1f1df607fbac1a" providerId="LiveId" clId="{9DE54973-CD22-43AE-9EA5-282B3799CFFB}" dt="2026-07-17T09:00:05.108" v="487" actId="1076"/>
          <ac:picMkLst>
            <pc:docMk/>
            <pc:sldMk cId="2358379726" sldId="300"/>
            <ac:picMk id="7" creationId="{17C30239-2174-4FE5-A6F3-3F3926DF1A40}"/>
          </ac:picMkLst>
        </pc:picChg>
      </pc:sldChg>
      <pc:sldChg chg="addSp delSp modSp add mod">
        <pc:chgData name="민민 성" userId="cf1f1df607fbac1a" providerId="LiveId" clId="{9DE54973-CD22-43AE-9EA5-282B3799CFFB}" dt="2026-07-17T09:10:16.814" v="736" actId="20577"/>
        <pc:sldMkLst>
          <pc:docMk/>
          <pc:sldMk cId="1324857021" sldId="301"/>
        </pc:sldMkLst>
        <pc:spChg chg="mod">
          <ac:chgData name="민민 성" userId="cf1f1df607fbac1a" providerId="LiveId" clId="{9DE54973-CD22-43AE-9EA5-282B3799CFFB}" dt="2026-07-17T09:10:16.814" v="736" actId="20577"/>
          <ac:spMkLst>
            <pc:docMk/>
            <pc:sldMk cId="1324857021" sldId="301"/>
            <ac:spMk id="3" creationId="{BBC48EA5-0F6A-4F6D-ABD6-8B53BCCB9405}"/>
          </ac:spMkLst>
        </pc:spChg>
        <pc:graphicFrameChg chg="del">
          <ac:chgData name="민민 성" userId="cf1f1df607fbac1a" providerId="LiveId" clId="{9DE54973-CD22-43AE-9EA5-282B3799CFFB}" dt="2026-07-17T08:48:39.976" v="213" actId="478"/>
          <ac:graphicFrameMkLst>
            <pc:docMk/>
            <pc:sldMk cId="1324857021" sldId="301"/>
            <ac:graphicFrameMk id="4" creationId="{0421B441-E3AB-4430-9378-C6915B9CF5E8}"/>
          </ac:graphicFrameMkLst>
        </pc:graphicFrameChg>
        <pc:picChg chg="del">
          <ac:chgData name="민민 성" userId="cf1f1df607fbac1a" providerId="LiveId" clId="{9DE54973-CD22-43AE-9EA5-282B3799CFFB}" dt="2026-07-17T08:48:39.976" v="213" actId="478"/>
          <ac:picMkLst>
            <pc:docMk/>
            <pc:sldMk cId="1324857021" sldId="301"/>
            <ac:picMk id="5" creationId="{F05BF6B2-9059-42BD-A356-6FE0EB987E7B}"/>
          </ac:picMkLst>
        </pc:picChg>
        <pc:picChg chg="add mod ord">
          <ac:chgData name="민민 성" userId="cf1f1df607fbac1a" providerId="LiveId" clId="{9DE54973-CD22-43AE-9EA5-282B3799CFFB}" dt="2026-07-17T09:04:25.302" v="545" actId="1076"/>
          <ac:picMkLst>
            <pc:docMk/>
            <pc:sldMk cId="1324857021" sldId="301"/>
            <ac:picMk id="6" creationId="{29EF943E-0F4F-4E87-8557-41EBF8946074}"/>
          </ac:picMkLst>
        </pc:picChg>
        <pc:picChg chg="add mod ord">
          <ac:chgData name="민민 성" userId="cf1f1df607fbac1a" providerId="LiveId" clId="{9DE54973-CD22-43AE-9EA5-282B3799CFFB}" dt="2026-07-17T09:04:25.302" v="545" actId="1076"/>
          <ac:picMkLst>
            <pc:docMk/>
            <pc:sldMk cId="1324857021" sldId="301"/>
            <ac:picMk id="7" creationId="{C855052F-FE1F-4284-9C4C-9B72E09A51C4}"/>
          </ac:picMkLst>
        </pc:picChg>
      </pc:sldChg>
      <pc:sldChg chg="addSp modSp new mod">
        <pc:chgData name="민민 성" userId="cf1f1df607fbac1a" providerId="LiveId" clId="{9DE54973-CD22-43AE-9EA5-282B3799CFFB}" dt="2026-07-17T09:08:02.766" v="646" actId="6549"/>
        <pc:sldMkLst>
          <pc:docMk/>
          <pc:sldMk cId="993671951" sldId="302"/>
        </pc:sldMkLst>
        <pc:spChg chg="mod">
          <ac:chgData name="민민 성" userId="cf1f1df607fbac1a" providerId="LiveId" clId="{9DE54973-CD22-43AE-9EA5-282B3799CFFB}" dt="2026-07-17T09:04:46.845" v="549" actId="27636"/>
          <ac:spMkLst>
            <pc:docMk/>
            <pc:sldMk cId="993671951" sldId="302"/>
            <ac:spMk id="2" creationId="{CFAC92DB-BC1F-48DC-82D7-30E0CD1D8724}"/>
          </ac:spMkLst>
        </pc:spChg>
        <pc:spChg chg="add mod">
          <ac:chgData name="민민 성" userId="cf1f1df607fbac1a" providerId="LiveId" clId="{9DE54973-CD22-43AE-9EA5-282B3799CFFB}" dt="2026-07-17T09:08:02.766" v="646" actId="6549"/>
          <ac:spMkLst>
            <pc:docMk/>
            <pc:sldMk cId="993671951" sldId="302"/>
            <ac:spMk id="3" creationId="{6D03F6A5-2E0A-4A28-A8F3-A476DD06C49D}"/>
          </ac:spMkLst>
        </pc:spChg>
      </pc:sldChg>
      <pc:sldChg chg="modSp add mod">
        <pc:chgData name="민민 성" userId="cf1f1df607fbac1a" providerId="LiveId" clId="{9DE54973-CD22-43AE-9EA5-282B3799CFFB}" dt="2026-07-17T09:10:10.540" v="735" actId="20577"/>
        <pc:sldMkLst>
          <pc:docMk/>
          <pc:sldMk cId="547331351" sldId="303"/>
        </pc:sldMkLst>
        <pc:spChg chg="mod">
          <ac:chgData name="민민 성" userId="cf1f1df607fbac1a" providerId="LiveId" clId="{9DE54973-CD22-43AE-9EA5-282B3799CFFB}" dt="2026-07-17T09:10:10.540" v="735" actId="20577"/>
          <ac:spMkLst>
            <pc:docMk/>
            <pc:sldMk cId="547331351" sldId="303"/>
            <ac:spMk id="3" creationId="{6D03F6A5-2E0A-4A28-A8F3-A476DD06C49D}"/>
          </ac:spMkLst>
        </pc:spChg>
      </pc:sldChg>
      <pc:sldMasterChg chg="modSldLayout">
        <pc:chgData name="민민 성" userId="cf1f1df607fbac1a" providerId="LiveId" clId="{9DE54973-CD22-43AE-9EA5-282B3799CFFB}" dt="2026-07-17T09:00:37.477" v="489" actId="14100"/>
        <pc:sldMasterMkLst>
          <pc:docMk/>
          <pc:sldMasterMk cId="1460299412" sldId="2147483660"/>
        </pc:sldMasterMkLst>
        <pc:sldLayoutChg chg="modSp mod">
          <pc:chgData name="민민 성" userId="cf1f1df607fbac1a" providerId="LiveId" clId="{9DE54973-CD22-43AE-9EA5-282B3799CFFB}" dt="2026-07-17T09:00:37.477" v="489" actId="14100"/>
          <pc:sldLayoutMkLst>
            <pc:docMk/>
            <pc:sldMasterMk cId="1460299412" sldId="2147483660"/>
            <pc:sldLayoutMk cId="4120379027" sldId="2147483666"/>
          </pc:sldLayoutMkLst>
          <pc:spChg chg="mod">
            <ac:chgData name="민민 성" userId="cf1f1df607fbac1a" providerId="LiveId" clId="{9DE54973-CD22-43AE-9EA5-282B3799CFFB}" dt="2026-07-17T08:35:45.535" v="9" actId="1076"/>
            <ac:spMkLst>
              <pc:docMk/>
              <pc:sldMasterMk cId="1460299412" sldId="2147483660"/>
              <pc:sldLayoutMk cId="4120379027" sldId="2147483666"/>
              <ac:spMk id="2" creationId="{00000000-0000-0000-0000-000000000000}"/>
            </ac:spMkLst>
          </pc:spChg>
          <pc:cxnChg chg="mod">
            <ac:chgData name="민민 성" userId="cf1f1df607fbac1a" providerId="LiveId" clId="{9DE54973-CD22-43AE-9EA5-282B3799CFFB}" dt="2026-07-17T09:00:37.477" v="489" actId="14100"/>
            <ac:cxnSpMkLst>
              <pc:docMk/>
              <pc:sldMasterMk cId="1460299412" sldId="2147483660"/>
              <pc:sldLayoutMk cId="4120379027" sldId="2147483666"/>
              <ac:cxnSpMk id="6" creationId="{F518D108-BBB9-0418-457E-A2BC08201BD7}"/>
            </ac:cxnSpMkLst>
          </pc:cxnChg>
        </pc:sldLayoutChg>
      </pc:sldMasterChg>
    </pc:docChg>
  </pc:docChgLst>
  <pc:docChgLst>
    <pc:chgData name="민민 성" userId="cf1f1df607fbac1a" providerId="LiveId" clId="{09F0A0B5-6AED-4C1F-9E37-8915AF730CBA}"/>
    <pc:docChg chg="undo redo custSel addSld delSld modSld modSection">
      <pc:chgData name="민민 성" userId="cf1f1df607fbac1a" providerId="LiveId" clId="{09F0A0B5-6AED-4C1F-9E37-8915AF730CBA}" dt="2026-07-17T09:53:16.304" v="680" actId="12"/>
      <pc:docMkLst>
        <pc:docMk/>
      </pc:docMkLst>
      <pc:sldChg chg="delSp modSp mod">
        <pc:chgData name="민민 성" userId="cf1f1df607fbac1a" providerId="LiveId" clId="{09F0A0B5-6AED-4C1F-9E37-8915AF730CBA}" dt="2026-07-17T09:52:37.546" v="666" actId="478"/>
        <pc:sldMkLst>
          <pc:docMk/>
          <pc:sldMk cId="3345973194" sldId="256"/>
        </pc:sldMkLst>
        <pc:spChg chg="mod">
          <ac:chgData name="민민 성" userId="cf1f1df607fbac1a" providerId="LiveId" clId="{09F0A0B5-6AED-4C1F-9E37-8915AF730CBA}" dt="2026-07-17T09:35:12.808" v="4" actId="20577"/>
          <ac:spMkLst>
            <pc:docMk/>
            <pc:sldMk cId="3345973194" sldId="256"/>
            <ac:spMk id="75" creationId="{C7D65FD5-30AB-2D68-1541-58FF6594EBA2}"/>
          </ac:spMkLst>
        </pc:spChg>
        <pc:spChg chg="del">
          <ac:chgData name="민민 성" userId="cf1f1df607fbac1a" providerId="LiveId" clId="{09F0A0B5-6AED-4C1F-9E37-8915AF730CBA}" dt="2026-07-17T09:52:37.546" v="666" actId="478"/>
          <ac:spMkLst>
            <pc:docMk/>
            <pc:sldMk cId="3345973194" sldId="256"/>
            <ac:spMk id="77" creationId="{59E4379C-58B8-E383-E8C5-00410A439847}"/>
          </ac:spMkLst>
        </pc:spChg>
      </pc:sldChg>
      <pc:sldChg chg="addSp delSp modSp mod">
        <pc:chgData name="민민 성" userId="cf1f1df607fbac1a" providerId="LiveId" clId="{09F0A0B5-6AED-4C1F-9E37-8915AF730CBA}" dt="2026-07-17T09:53:16.304" v="680" actId="12"/>
        <pc:sldMkLst>
          <pc:docMk/>
          <pc:sldMk cId="1047837970" sldId="298"/>
        </pc:sldMkLst>
        <pc:spChg chg="add del mod">
          <ac:chgData name="민민 성" userId="cf1f1df607fbac1a" providerId="LiveId" clId="{09F0A0B5-6AED-4C1F-9E37-8915AF730CBA}" dt="2026-07-17T09:37:38.952" v="412"/>
          <ac:spMkLst>
            <pc:docMk/>
            <pc:sldMk cId="1047837970" sldId="298"/>
            <ac:spMk id="2" creationId="{F9692706-D4A9-482F-B9B1-02CB2F319377}"/>
          </ac:spMkLst>
        </pc:spChg>
        <pc:spChg chg="mod">
          <ac:chgData name="민민 성" userId="cf1f1df607fbac1a" providerId="LiveId" clId="{09F0A0B5-6AED-4C1F-9E37-8915AF730CBA}" dt="2026-07-17T09:52:56.587" v="677"/>
          <ac:spMkLst>
            <pc:docMk/>
            <pc:sldMk cId="1047837970" sldId="298"/>
            <ac:spMk id="4" creationId="{4ED64737-09E6-41C3-877E-BA0D786FADFA}"/>
          </ac:spMkLst>
        </pc:spChg>
        <pc:spChg chg="add mod">
          <ac:chgData name="민민 성" userId="cf1f1df607fbac1a" providerId="LiveId" clId="{09F0A0B5-6AED-4C1F-9E37-8915AF730CBA}" dt="2026-07-17T09:53:16.304" v="680" actId="12"/>
          <ac:spMkLst>
            <pc:docMk/>
            <pc:sldMk cId="1047837970" sldId="298"/>
            <ac:spMk id="7" creationId="{96E9A634-ADB1-4210-B6EB-4691F5F4590C}"/>
          </ac:spMkLst>
        </pc:spChg>
        <pc:spChg chg="add mod">
          <ac:chgData name="민민 성" userId="cf1f1df607fbac1a" providerId="LiveId" clId="{09F0A0B5-6AED-4C1F-9E37-8915AF730CBA}" dt="2026-07-17T09:39:48.797" v="507" actId="1076"/>
          <ac:spMkLst>
            <pc:docMk/>
            <pc:sldMk cId="1047837970" sldId="298"/>
            <ac:spMk id="8" creationId="{428310EA-1B86-4582-8A12-5010FBD2F165}"/>
          </ac:spMkLst>
        </pc:spChg>
        <pc:spChg chg="add mod">
          <ac:chgData name="민민 성" userId="cf1f1df607fbac1a" providerId="LiveId" clId="{09F0A0B5-6AED-4C1F-9E37-8915AF730CBA}" dt="2026-07-17T09:39:48.797" v="507" actId="1076"/>
          <ac:spMkLst>
            <pc:docMk/>
            <pc:sldMk cId="1047837970" sldId="298"/>
            <ac:spMk id="9" creationId="{007B0E49-41C4-4496-A6C5-C956AD569671}"/>
          </ac:spMkLst>
        </pc:spChg>
        <pc:spChg chg="add mod">
          <ac:chgData name="민민 성" userId="cf1f1df607fbac1a" providerId="LiveId" clId="{09F0A0B5-6AED-4C1F-9E37-8915AF730CBA}" dt="2026-07-17T09:39:48.797" v="507" actId="1076"/>
          <ac:spMkLst>
            <pc:docMk/>
            <pc:sldMk cId="1047837970" sldId="298"/>
            <ac:spMk id="10" creationId="{A719BD27-E631-4604-AD7C-634166CF9109}"/>
          </ac:spMkLst>
        </pc:spChg>
        <pc:picChg chg="del">
          <ac:chgData name="민민 성" userId="cf1f1df607fbac1a" providerId="LiveId" clId="{09F0A0B5-6AED-4C1F-9E37-8915AF730CBA}" dt="2026-07-17T09:35:45.370" v="5" actId="478"/>
          <ac:picMkLst>
            <pc:docMk/>
            <pc:sldMk cId="1047837970" sldId="298"/>
            <ac:picMk id="5" creationId="{1A44C6ED-15F6-4F89-AC96-55F78AC08BE5}"/>
          </ac:picMkLst>
        </pc:picChg>
        <pc:picChg chg="add mod modCrop">
          <ac:chgData name="민민 성" userId="cf1f1df607fbac1a" providerId="LiveId" clId="{09F0A0B5-6AED-4C1F-9E37-8915AF730CBA}" dt="2026-07-17T09:39:48.797" v="507" actId="1076"/>
          <ac:picMkLst>
            <pc:docMk/>
            <pc:sldMk cId="1047837970" sldId="298"/>
            <ac:picMk id="6" creationId="{D86C86DF-5AA8-4158-9CA4-F88E80B3741A}"/>
          </ac:picMkLst>
        </pc:picChg>
        <pc:picChg chg="add mod modCrop">
          <ac:chgData name="민민 성" userId="cf1f1df607fbac1a" providerId="LiveId" clId="{09F0A0B5-6AED-4C1F-9E37-8915AF730CBA}" dt="2026-07-17T09:39:48.797" v="507" actId="1076"/>
          <ac:picMkLst>
            <pc:docMk/>
            <pc:sldMk cId="1047837970" sldId="298"/>
            <ac:picMk id="11" creationId="{5DD5F630-4F5B-4436-A68F-97B28B32CCCE}"/>
          </ac:picMkLst>
        </pc:picChg>
        <pc:picChg chg="add mod modCrop">
          <ac:chgData name="민민 성" userId="cf1f1df607fbac1a" providerId="LiveId" clId="{09F0A0B5-6AED-4C1F-9E37-8915AF730CBA}" dt="2026-07-17T09:39:48.797" v="507" actId="1076"/>
          <ac:picMkLst>
            <pc:docMk/>
            <pc:sldMk cId="1047837970" sldId="298"/>
            <ac:picMk id="12" creationId="{8C610DCA-9467-46D9-A3A5-ABF12C1D65DD}"/>
          </ac:picMkLst>
        </pc:picChg>
      </pc:sldChg>
      <pc:sldChg chg="addSp delSp modSp add mod">
        <pc:chgData name="민민 성" userId="cf1f1df607fbac1a" providerId="LiveId" clId="{09F0A0B5-6AED-4C1F-9E37-8915AF730CBA}" dt="2026-07-17T09:52:59.917" v="678"/>
        <pc:sldMkLst>
          <pc:docMk/>
          <pc:sldMk cId="2792261886" sldId="299"/>
        </pc:sldMkLst>
        <pc:spChg chg="add del mod">
          <ac:chgData name="민민 성" userId="cf1f1df607fbac1a" providerId="LiveId" clId="{09F0A0B5-6AED-4C1F-9E37-8915AF730CBA}" dt="2026-07-17T09:42:08.120" v="533" actId="478"/>
          <ac:spMkLst>
            <pc:docMk/>
            <pc:sldMk cId="2792261886" sldId="299"/>
            <ac:spMk id="3" creationId="{2CD710C2-12DF-435E-B53A-4A63EB6A8B9A}"/>
          </ac:spMkLst>
        </pc:spChg>
        <pc:spChg chg="mod">
          <ac:chgData name="민민 성" userId="cf1f1df607fbac1a" providerId="LiveId" clId="{09F0A0B5-6AED-4C1F-9E37-8915AF730CBA}" dt="2026-07-17T09:52:59.917" v="678"/>
          <ac:spMkLst>
            <pc:docMk/>
            <pc:sldMk cId="2792261886" sldId="299"/>
            <ac:spMk id="4" creationId="{4ED64737-09E6-41C3-877E-BA0D786FADFA}"/>
          </ac:spMkLst>
        </pc:spChg>
        <pc:spChg chg="mod">
          <ac:chgData name="민민 성" userId="cf1f1df607fbac1a" providerId="LiveId" clId="{09F0A0B5-6AED-4C1F-9E37-8915AF730CBA}" dt="2026-07-17T09:41:27.533" v="529" actId="20577"/>
          <ac:spMkLst>
            <pc:docMk/>
            <pc:sldMk cId="2792261886" sldId="299"/>
            <ac:spMk id="7" creationId="{96E9A634-ADB1-4210-B6EB-4691F5F4590C}"/>
          </ac:spMkLst>
        </pc:spChg>
        <pc:spChg chg="del mod">
          <ac:chgData name="민민 성" userId="cf1f1df607fbac1a" providerId="LiveId" clId="{09F0A0B5-6AED-4C1F-9E37-8915AF730CBA}" dt="2026-07-17T09:40:12.866" v="511" actId="478"/>
          <ac:spMkLst>
            <pc:docMk/>
            <pc:sldMk cId="2792261886" sldId="299"/>
            <ac:spMk id="8" creationId="{428310EA-1B86-4582-8A12-5010FBD2F165}"/>
          </ac:spMkLst>
        </pc:spChg>
        <pc:spChg chg="del mod">
          <ac:chgData name="민민 성" userId="cf1f1df607fbac1a" providerId="LiveId" clId="{09F0A0B5-6AED-4C1F-9E37-8915AF730CBA}" dt="2026-07-17T09:40:12.866" v="511" actId="478"/>
          <ac:spMkLst>
            <pc:docMk/>
            <pc:sldMk cId="2792261886" sldId="299"/>
            <ac:spMk id="9" creationId="{007B0E49-41C4-4496-A6C5-C956AD569671}"/>
          </ac:spMkLst>
        </pc:spChg>
        <pc:spChg chg="del mod">
          <ac:chgData name="민민 성" userId="cf1f1df607fbac1a" providerId="LiveId" clId="{09F0A0B5-6AED-4C1F-9E37-8915AF730CBA}" dt="2026-07-17T09:40:12.866" v="511" actId="478"/>
          <ac:spMkLst>
            <pc:docMk/>
            <pc:sldMk cId="2792261886" sldId="299"/>
            <ac:spMk id="10" creationId="{A719BD27-E631-4604-AD7C-634166CF9109}"/>
          </ac:spMkLst>
        </pc:spChg>
        <pc:spChg chg="add del mod">
          <ac:chgData name="민민 성" userId="cf1f1df607fbac1a" providerId="LiveId" clId="{09F0A0B5-6AED-4C1F-9E37-8915AF730CBA}" dt="2026-07-17T09:43:22.546" v="543" actId="478"/>
          <ac:spMkLst>
            <pc:docMk/>
            <pc:sldMk cId="2792261886" sldId="299"/>
            <ac:spMk id="13" creationId="{99771094-45F7-412B-80F8-488026419B3D}"/>
          </ac:spMkLst>
        </pc:spChg>
        <pc:graphicFrameChg chg="add mod modGraphic">
          <ac:chgData name="민민 성" userId="cf1f1df607fbac1a" providerId="LiveId" clId="{09F0A0B5-6AED-4C1F-9E37-8915AF730CBA}" dt="2026-07-17T09:47:50.807" v="665" actId="1076"/>
          <ac:graphicFrameMkLst>
            <pc:docMk/>
            <pc:sldMk cId="2792261886" sldId="299"/>
            <ac:graphicFrameMk id="2" creationId="{D9A2C2A0-BCF6-4D0C-8CFE-57D4E5573F73}"/>
          </ac:graphicFrameMkLst>
        </pc:graphicFrameChg>
        <pc:picChg chg="del mod">
          <ac:chgData name="민민 성" userId="cf1f1df607fbac1a" providerId="LiveId" clId="{09F0A0B5-6AED-4C1F-9E37-8915AF730CBA}" dt="2026-07-17T09:40:12.866" v="511" actId="478"/>
          <ac:picMkLst>
            <pc:docMk/>
            <pc:sldMk cId="2792261886" sldId="299"/>
            <ac:picMk id="6" creationId="{D86C86DF-5AA8-4158-9CA4-F88E80B3741A}"/>
          </ac:picMkLst>
        </pc:picChg>
        <pc:picChg chg="del">
          <ac:chgData name="민민 성" userId="cf1f1df607fbac1a" providerId="LiveId" clId="{09F0A0B5-6AED-4C1F-9E37-8915AF730CBA}" dt="2026-07-17T09:40:12.866" v="511" actId="478"/>
          <ac:picMkLst>
            <pc:docMk/>
            <pc:sldMk cId="2792261886" sldId="299"/>
            <ac:picMk id="11" creationId="{5DD5F630-4F5B-4436-A68F-97B28B32CCCE}"/>
          </ac:picMkLst>
        </pc:picChg>
        <pc:picChg chg="del mod">
          <ac:chgData name="민민 성" userId="cf1f1df607fbac1a" providerId="LiveId" clId="{09F0A0B5-6AED-4C1F-9E37-8915AF730CBA}" dt="2026-07-17T09:40:12.866" v="511" actId="478"/>
          <ac:picMkLst>
            <pc:docMk/>
            <pc:sldMk cId="2792261886" sldId="299"/>
            <ac:picMk id="12" creationId="{8C610DCA-9467-46D9-A3A5-ABF12C1D65DD}"/>
          </ac:picMkLst>
        </pc:picChg>
      </pc:sldChg>
      <pc:sldChg chg="del">
        <pc:chgData name="민민 성" userId="cf1f1df607fbac1a" providerId="LiveId" clId="{09F0A0B5-6AED-4C1F-9E37-8915AF730CBA}" dt="2026-07-17T09:39:56.416" v="508" actId="47"/>
        <pc:sldMkLst>
          <pc:docMk/>
          <pc:sldMk cId="4197897019" sldId="299"/>
        </pc:sldMkLst>
      </pc:sldChg>
      <pc:sldChg chg="del">
        <pc:chgData name="민민 성" userId="cf1f1df607fbac1a" providerId="LiveId" clId="{09F0A0B5-6AED-4C1F-9E37-8915AF730CBA}" dt="2026-07-17T09:36:00.158" v="9" actId="47"/>
        <pc:sldMkLst>
          <pc:docMk/>
          <pc:sldMk cId="2996275081" sldId="300"/>
        </pc:sldMkLst>
      </pc:sldChg>
      <pc:sldChg chg="delSp modSp add mod">
        <pc:chgData name="민민 성" userId="cf1f1df607fbac1a" providerId="LiveId" clId="{09F0A0B5-6AED-4C1F-9E37-8915AF730CBA}" dt="2026-07-17T09:53:02.224" v="679"/>
        <pc:sldMkLst>
          <pc:docMk/>
          <pc:sldMk cId="3623819752" sldId="300"/>
        </pc:sldMkLst>
        <pc:spChg chg="mod">
          <ac:chgData name="민민 성" userId="cf1f1df607fbac1a" providerId="LiveId" clId="{09F0A0B5-6AED-4C1F-9E37-8915AF730CBA}" dt="2026-07-17T09:53:02.224" v="679"/>
          <ac:spMkLst>
            <pc:docMk/>
            <pc:sldMk cId="3623819752" sldId="300"/>
            <ac:spMk id="4" creationId="{4ED64737-09E6-41C3-877E-BA0D786FADFA}"/>
          </ac:spMkLst>
        </pc:spChg>
        <pc:spChg chg="mod">
          <ac:chgData name="민민 성" userId="cf1f1df607fbac1a" providerId="LiveId" clId="{09F0A0B5-6AED-4C1F-9E37-8915AF730CBA}" dt="2026-07-17T09:46:55.183" v="655" actId="404"/>
          <ac:spMkLst>
            <pc:docMk/>
            <pc:sldMk cId="3623819752" sldId="300"/>
            <ac:spMk id="7" creationId="{96E9A634-ADB1-4210-B6EB-4691F5F4590C}"/>
          </ac:spMkLst>
        </pc:spChg>
        <pc:graphicFrameChg chg="del">
          <ac:chgData name="민민 성" userId="cf1f1df607fbac1a" providerId="LiveId" clId="{09F0A0B5-6AED-4C1F-9E37-8915AF730CBA}" dt="2026-07-17T09:44:23.352" v="597" actId="478"/>
          <ac:graphicFrameMkLst>
            <pc:docMk/>
            <pc:sldMk cId="3623819752" sldId="300"/>
            <ac:graphicFrameMk id="2" creationId="{D9A2C2A0-BCF6-4D0C-8CFE-57D4E5573F73}"/>
          </ac:graphicFrameMkLst>
        </pc:graphicFrameChg>
      </pc:sldChg>
      <pc:sldChg chg="del">
        <pc:chgData name="민민 성" userId="cf1f1df607fbac1a" providerId="LiveId" clId="{09F0A0B5-6AED-4C1F-9E37-8915AF730CBA}" dt="2026-07-17T09:36:00.158" v="9" actId="47"/>
        <pc:sldMkLst>
          <pc:docMk/>
          <pc:sldMk cId="41570890" sldId="301"/>
        </pc:sldMkLst>
      </pc:sldChg>
      <pc:sldChg chg="del">
        <pc:chgData name="민민 성" userId="cf1f1df607fbac1a" providerId="LiveId" clId="{09F0A0B5-6AED-4C1F-9E37-8915AF730CBA}" dt="2026-07-17T09:36:00.158" v="9" actId="47"/>
        <pc:sldMkLst>
          <pc:docMk/>
          <pc:sldMk cId="3076255886" sldId="303"/>
        </pc:sldMkLst>
      </pc:sldChg>
      <pc:sldChg chg="del">
        <pc:chgData name="민민 성" userId="cf1f1df607fbac1a" providerId="LiveId" clId="{09F0A0B5-6AED-4C1F-9E37-8915AF730CBA}" dt="2026-07-17T09:36:00.158" v="9" actId="47"/>
        <pc:sldMkLst>
          <pc:docMk/>
          <pc:sldMk cId="3335690352" sldId="304"/>
        </pc:sldMkLst>
      </pc:sldChg>
      <pc:sldChg chg="del">
        <pc:chgData name="민민 성" userId="cf1f1df607fbac1a" providerId="LiveId" clId="{09F0A0B5-6AED-4C1F-9E37-8915AF730CBA}" dt="2026-07-17T09:36:00.158" v="9" actId="47"/>
        <pc:sldMkLst>
          <pc:docMk/>
          <pc:sldMk cId="753742166" sldId="305"/>
        </pc:sldMkLst>
      </pc:sldChg>
    </pc:docChg>
  </pc:docChgLst>
  <pc:docChgLst>
    <pc:chgData name="민민 성" userId="cf1f1df607fbac1a" providerId="LiveId" clId="{D84ACD59-CBAE-4A83-AC5F-ECC27B23F576}"/>
    <pc:docChg chg="undo redo custSel addSld delSld modSld modSection">
      <pc:chgData name="민민 성" userId="cf1f1df607fbac1a" providerId="LiveId" clId="{D84ACD59-CBAE-4A83-AC5F-ECC27B23F576}" dt="2026-07-17T09:33:00.134" v="501" actId="113"/>
      <pc:docMkLst>
        <pc:docMk/>
      </pc:docMkLst>
      <pc:sldChg chg="modSp mod">
        <pc:chgData name="민민 성" userId="cf1f1df607fbac1a" providerId="LiveId" clId="{D84ACD59-CBAE-4A83-AC5F-ECC27B23F576}" dt="2026-07-17T09:13:41.405" v="18"/>
        <pc:sldMkLst>
          <pc:docMk/>
          <pc:sldMk cId="3345973194" sldId="256"/>
        </pc:sldMkLst>
        <pc:spChg chg="mod">
          <ac:chgData name="민민 성" userId="cf1f1df607fbac1a" providerId="LiveId" clId="{D84ACD59-CBAE-4A83-AC5F-ECC27B23F576}" dt="2026-07-17T09:13:30.310" v="14" actId="20577"/>
          <ac:spMkLst>
            <pc:docMk/>
            <pc:sldMk cId="3345973194" sldId="256"/>
            <ac:spMk id="75" creationId="{C7D65FD5-30AB-2D68-1541-58FF6594EBA2}"/>
          </ac:spMkLst>
        </pc:spChg>
        <pc:spChg chg="mod">
          <ac:chgData name="민민 성" userId="cf1f1df607fbac1a" providerId="LiveId" clId="{D84ACD59-CBAE-4A83-AC5F-ECC27B23F576}" dt="2026-07-17T09:13:41.405" v="18"/>
          <ac:spMkLst>
            <pc:docMk/>
            <pc:sldMk cId="3345973194" sldId="256"/>
            <ac:spMk id="77" creationId="{59E4379C-58B8-E383-E8C5-00410A439847}"/>
          </ac:spMkLst>
        </pc:spChg>
      </pc:sldChg>
      <pc:sldChg chg="addSp delSp modSp mod">
        <pc:chgData name="민민 성" userId="cf1f1df607fbac1a" providerId="LiveId" clId="{D84ACD59-CBAE-4A83-AC5F-ECC27B23F576}" dt="2026-07-17T09:14:31.599" v="33" actId="1076"/>
        <pc:sldMkLst>
          <pc:docMk/>
          <pc:sldMk cId="1047837970" sldId="298"/>
        </pc:sldMkLst>
        <pc:spChg chg="mod">
          <ac:chgData name="민민 성" userId="cf1f1df607fbac1a" providerId="LiveId" clId="{D84ACD59-CBAE-4A83-AC5F-ECC27B23F576}" dt="2026-07-17T09:13:55.802" v="23" actId="27636"/>
          <ac:spMkLst>
            <pc:docMk/>
            <pc:sldMk cId="1047837970" sldId="298"/>
            <ac:spMk id="4" creationId="{4ED64737-09E6-41C3-877E-BA0D786FADFA}"/>
          </ac:spMkLst>
        </pc:spChg>
        <pc:spChg chg="del mod">
          <ac:chgData name="민민 성" userId="cf1f1df607fbac1a" providerId="LiveId" clId="{D84ACD59-CBAE-4A83-AC5F-ECC27B23F576}" dt="2026-07-17T09:14:17.907" v="29" actId="478"/>
          <ac:spMkLst>
            <pc:docMk/>
            <pc:sldMk cId="1047837970" sldId="298"/>
            <ac:spMk id="8" creationId="{A4F611F4-7E65-4FA3-ABEF-F5C10D65743B}"/>
          </ac:spMkLst>
        </pc:spChg>
        <pc:picChg chg="add mod">
          <ac:chgData name="민민 성" userId="cf1f1df607fbac1a" providerId="LiveId" clId="{D84ACD59-CBAE-4A83-AC5F-ECC27B23F576}" dt="2026-07-17T09:14:31.599" v="33" actId="1076"/>
          <ac:picMkLst>
            <pc:docMk/>
            <pc:sldMk cId="1047837970" sldId="298"/>
            <ac:picMk id="5" creationId="{1A44C6ED-15F6-4F89-AC96-55F78AC08BE5}"/>
          </ac:picMkLst>
        </pc:picChg>
      </pc:sldChg>
      <pc:sldChg chg="del">
        <pc:chgData name="민민 성" userId="cf1f1df607fbac1a" providerId="LiveId" clId="{D84ACD59-CBAE-4A83-AC5F-ECC27B23F576}" dt="2026-07-17T09:13:59.462" v="24" actId="47"/>
        <pc:sldMkLst>
          <pc:docMk/>
          <pc:sldMk cId="2595013606" sldId="299"/>
        </pc:sldMkLst>
      </pc:sldChg>
      <pc:sldChg chg="addSp modSp add mod">
        <pc:chgData name="민민 성" userId="cf1f1df607fbac1a" providerId="LiveId" clId="{D84ACD59-CBAE-4A83-AC5F-ECC27B23F576}" dt="2026-07-17T09:23:34.476" v="321" actId="113"/>
        <pc:sldMkLst>
          <pc:docMk/>
          <pc:sldMk cId="4197897019" sldId="299"/>
        </pc:sldMkLst>
        <pc:spChg chg="mod">
          <ac:chgData name="민민 성" userId="cf1f1df607fbac1a" providerId="LiveId" clId="{D84ACD59-CBAE-4A83-AC5F-ECC27B23F576}" dt="2026-07-17T09:23:34.476" v="321" actId="113"/>
          <ac:spMkLst>
            <pc:docMk/>
            <pc:sldMk cId="4197897019" sldId="299"/>
            <ac:spMk id="8" creationId="{A4F611F4-7E65-4FA3-ABEF-F5C10D65743B}"/>
          </ac:spMkLst>
        </pc:spChg>
        <pc:picChg chg="add mod">
          <ac:chgData name="민민 성" userId="cf1f1df607fbac1a" providerId="LiveId" clId="{D84ACD59-CBAE-4A83-AC5F-ECC27B23F576}" dt="2026-07-17T09:18:02.492" v="124" actId="208"/>
          <ac:picMkLst>
            <pc:docMk/>
            <pc:sldMk cId="4197897019" sldId="299"/>
            <ac:picMk id="5" creationId="{6441D33D-7422-44AE-9496-2A9FF0737265}"/>
          </ac:picMkLst>
        </pc:picChg>
      </pc:sldChg>
      <pc:sldChg chg="add del">
        <pc:chgData name="민민 성" userId="cf1f1df607fbac1a" providerId="LiveId" clId="{D84ACD59-CBAE-4A83-AC5F-ECC27B23F576}" dt="2026-07-17T09:18:20.344" v="125" actId="47"/>
        <pc:sldMkLst>
          <pc:docMk/>
          <pc:sldMk cId="356603101" sldId="300"/>
        </pc:sldMkLst>
      </pc:sldChg>
      <pc:sldChg chg="del">
        <pc:chgData name="민민 성" userId="cf1f1df607fbac1a" providerId="LiveId" clId="{D84ACD59-CBAE-4A83-AC5F-ECC27B23F576}" dt="2026-07-17T09:13:59.462" v="24" actId="47"/>
        <pc:sldMkLst>
          <pc:docMk/>
          <pc:sldMk cId="2358379726" sldId="300"/>
        </pc:sldMkLst>
      </pc:sldChg>
      <pc:sldChg chg="delSp modSp add mod">
        <pc:chgData name="민민 성" userId="cf1f1df607fbac1a" providerId="LiveId" clId="{D84ACD59-CBAE-4A83-AC5F-ECC27B23F576}" dt="2026-07-17T09:23:30.204" v="319" actId="113"/>
        <pc:sldMkLst>
          <pc:docMk/>
          <pc:sldMk cId="2996275081" sldId="300"/>
        </pc:sldMkLst>
        <pc:spChg chg="mod">
          <ac:chgData name="민민 성" userId="cf1f1df607fbac1a" providerId="LiveId" clId="{D84ACD59-CBAE-4A83-AC5F-ECC27B23F576}" dt="2026-07-17T09:23:30.204" v="319" actId="113"/>
          <ac:spMkLst>
            <pc:docMk/>
            <pc:sldMk cId="2996275081" sldId="300"/>
            <ac:spMk id="8" creationId="{A4F611F4-7E65-4FA3-ABEF-F5C10D65743B}"/>
          </ac:spMkLst>
        </pc:spChg>
        <pc:picChg chg="del">
          <ac:chgData name="민민 성" userId="cf1f1df607fbac1a" providerId="LiveId" clId="{D84ACD59-CBAE-4A83-AC5F-ECC27B23F576}" dt="2026-07-17T09:18:28.492" v="127" actId="478"/>
          <ac:picMkLst>
            <pc:docMk/>
            <pc:sldMk cId="2996275081" sldId="300"/>
            <ac:picMk id="5" creationId="{6441D33D-7422-44AE-9496-2A9FF0737265}"/>
          </ac:picMkLst>
        </pc:picChg>
      </pc:sldChg>
      <pc:sldChg chg="add del">
        <pc:chgData name="민민 성" userId="cf1f1df607fbac1a" providerId="LiveId" clId="{D84ACD59-CBAE-4A83-AC5F-ECC27B23F576}" dt="2026-07-17T09:15:05.012" v="35" actId="47"/>
        <pc:sldMkLst>
          <pc:docMk/>
          <pc:sldMk cId="4032423189" sldId="300"/>
        </pc:sldMkLst>
      </pc:sldChg>
      <pc:sldChg chg="addSp modSp add mod">
        <pc:chgData name="민민 성" userId="cf1f1df607fbac1a" providerId="LiveId" clId="{D84ACD59-CBAE-4A83-AC5F-ECC27B23F576}" dt="2026-07-17T09:26:21.549" v="342" actId="14100"/>
        <pc:sldMkLst>
          <pc:docMk/>
          <pc:sldMk cId="41570890" sldId="301"/>
        </pc:sldMkLst>
        <pc:spChg chg="mod">
          <ac:chgData name="민민 성" userId="cf1f1df607fbac1a" providerId="LiveId" clId="{D84ACD59-CBAE-4A83-AC5F-ECC27B23F576}" dt="2026-07-17T09:26:01.106" v="337" actId="14100"/>
          <ac:spMkLst>
            <pc:docMk/>
            <pc:sldMk cId="41570890" sldId="301"/>
            <ac:spMk id="8" creationId="{A4F611F4-7E65-4FA3-ABEF-F5C10D65743B}"/>
          </ac:spMkLst>
        </pc:spChg>
        <pc:picChg chg="add mod">
          <ac:chgData name="민민 성" userId="cf1f1df607fbac1a" providerId="LiveId" clId="{D84ACD59-CBAE-4A83-AC5F-ECC27B23F576}" dt="2026-07-17T09:26:21.549" v="342" actId="14100"/>
          <ac:picMkLst>
            <pc:docMk/>
            <pc:sldMk cId="41570890" sldId="301"/>
            <ac:picMk id="5" creationId="{6ED86FEC-2206-4CF3-9500-BECBB123ED7E}"/>
          </ac:picMkLst>
        </pc:picChg>
      </pc:sldChg>
      <pc:sldChg chg="del">
        <pc:chgData name="민민 성" userId="cf1f1df607fbac1a" providerId="LiveId" clId="{D84ACD59-CBAE-4A83-AC5F-ECC27B23F576}" dt="2026-07-17T09:13:59.462" v="24" actId="47"/>
        <pc:sldMkLst>
          <pc:docMk/>
          <pc:sldMk cId="1324857021" sldId="301"/>
        </pc:sldMkLst>
      </pc:sldChg>
      <pc:sldChg chg="add del">
        <pc:chgData name="민민 성" userId="cf1f1df607fbac1a" providerId="LiveId" clId="{D84ACD59-CBAE-4A83-AC5F-ECC27B23F576}" dt="2026-07-17T09:18:20.344" v="125" actId="47"/>
        <pc:sldMkLst>
          <pc:docMk/>
          <pc:sldMk cId="1334891165" sldId="301"/>
        </pc:sldMkLst>
      </pc:sldChg>
      <pc:sldChg chg="add del">
        <pc:chgData name="민민 성" userId="cf1f1df607fbac1a" providerId="LiveId" clId="{D84ACD59-CBAE-4A83-AC5F-ECC27B23F576}" dt="2026-07-17T09:15:05.012" v="35" actId="47"/>
        <pc:sldMkLst>
          <pc:docMk/>
          <pc:sldMk cId="3032057297" sldId="301"/>
        </pc:sldMkLst>
      </pc:sldChg>
      <pc:sldChg chg="del">
        <pc:chgData name="민민 성" userId="cf1f1df607fbac1a" providerId="LiveId" clId="{D84ACD59-CBAE-4A83-AC5F-ECC27B23F576}" dt="2026-07-17T09:13:59.462" v="24" actId="47"/>
        <pc:sldMkLst>
          <pc:docMk/>
          <pc:sldMk cId="993671951" sldId="302"/>
        </pc:sldMkLst>
      </pc:sldChg>
      <pc:sldChg chg="new del">
        <pc:chgData name="민민 성" userId="cf1f1df607fbac1a" providerId="LiveId" clId="{D84ACD59-CBAE-4A83-AC5F-ECC27B23F576}" dt="2026-07-17T09:30:19.991" v="439" actId="47"/>
        <pc:sldMkLst>
          <pc:docMk/>
          <pc:sldMk cId="2104472100" sldId="302"/>
        </pc:sldMkLst>
      </pc:sldChg>
      <pc:sldChg chg="add del">
        <pc:chgData name="민민 성" userId="cf1f1df607fbac1a" providerId="LiveId" clId="{D84ACD59-CBAE-4A83-AC5F-ECC27B23F576}" dt="2026-07-17T09:18:20.344" v="125" actId="47"/>
        <pc:sldMkLst>
          <pc:docMk/>
          <pc:sldMk cId="2410242375" sldId="302"/>
        </pc:sldMkLst>
      </pc:sldChg>
      <pc:sldChg chg="del">
        <pc:chgData name="민민 성" userId="cf1f1df607fbac1a" providerId="LiveId" clId="{D84ACD59-CBAE-4A83-AC5F-ECC27B23F576}" dt="2026-07-17T09:13:59.462" v="24" actId="47"/>
        <pc:sldMkLst>
          <pc:docMk/>
          <pc:sldMk cId="547331351" sldId="303"/>
        </pc:sldMkLst>
      </pc:sldChg>
      <pc:sldChg chg="addSp delSp modSp add mod">
        <pc:chgData name="민민 성" userId="cf1f1df607fbac1a" providerId="LiveId" clId="{D84ACD59-CBAE-4A83-AC5F-ECC27B23F576}" dt="2026-07-17T09:27:09.239" v="353" actId="478"/>
        <pc:sldMkLst>
          <pc:docMk/>
          <pc:sldMk cId="3076255886" sldId="303"/>
        </pc:sldMkLst>
        <pc:spChg chg="mod">
          <ac:chgData name="민민 성" userId="cf1f1df607fbac1a" providerId="LiveId" clId="{D84ACD59-CBAE-4A83-AC5F-ECC27B23F576}" dt="2026-07-17T09:26:40.645" v="344" actId="14100"/>
          <ac:spMkLst>
            <pc:docMk/>
            <pc:sldMk cId="3076255886" sldId="303"/>
            <ac:spMk id="8" creationId="{A4F611F4-7E65-4FA3-ABEF-F5C10D65743B}"/>
          </ac:spMkLst>
        </pc:spChg>
        <pc:picChg chg="add mod">
          <ac:chgData name="민민 성" userId="cf1f1df607fbac1a" providerId="LiveId" clId="{D84ACD59-CBAE-4A83-AC5F-ECC27B23F576}" dt="2026-07-17T09:27:07.960" v="352" actId="1076"/>
          <ac:picMkLst>
            <pc:docMk/>
            <pc:sldMk cId="3076255886" sldId="303"/>
            <ac:picMk id="5" creationId="{9C17684C-31B7-469A-8DE8-3F0615203A10}"/>
          </ac:picMkLst>
        </pc:picChg>
        <pc:picChg chg="add del mod">
          <ac:chgData name="민민 성" userId="cf1f1df607fbac1a" providerId="LiveId" clId="{D84ACD59-CBAE-4A83-AC5F-ECC27B23F576}" dt="2026-07-17T09:27:09.239" v="353" actId="478"/>
          <ac:picMkLst>
            <pc:docMk/>
            <pc:sldMk cId="3076255886" sldId="303"/>
            <ac:picMk id="6" creationId="{EA63D946-1D6B-41EE-B2DE-4D47B7921922}"/>
          </ac:picMkLst>
        </pc:picChg>
      </pc:sldChg>
      <pc:sldChg chg="add del">
        <pc:chgData name="민민 성" userId="cf1f1df607fbac1a" providerId="LiveId" clId="{D84ACD59-CBAE-4A83-AC5F-ECC27B23F576}" dt="2026-07-17T09:25:16.234" v="326"/>
        <pc:sldMkLst>
          <pc:docMk/>
          <pc:sldMk cId="1369343050" sldId="304"/>
        </pc:sldMkLst>
      </pc:sldChg>
      <pc:sldChg chg="addSp delSp modSp add mod">
        <pc:chgData name="민민 성" userId="cf1f1df607fbac1a" providerId="LiveId" clId="{D84ACD59-CBAE-4A83-AC5F-ECC27B23F576}" dt="2026-07-17T09:29:50.826" v="437" actId="1076"/>
        <pc:sldMkLst>
          <pc:docMk/>
          <pc:sldMk cId="3335690352" sldId="304"/>
        </pc:sldMkLst>
        <pc:spChg chg="mod">
          <ac:chgData name="민민 성" userId="cf1f1df607fbac1a" providerId="LiveId" clId="{D84ACD59-CBAE-4A83-AC5F-ECC27B23F576}" dt="2026-07-17T09:28:52.034" v="425" actId="14100"/>
          <ac:spMkLst>
            <pc:docMk/>
            <pc:sldMk cId="3335690352" sldId="304"/>
            <ac:spMk id="8" creationId="{A4F611F4-7E65-4FA3-ABEF-F5C10D65743B}"/>
          </ac:spMkLst>
        </pc:spChg>
        <pc:picChg chg="del">
          <ac:chgData name="민민 성" userId="cf1f1df607fbac1a" providerId="LiveId" clId="{D84ACD59-CBAE-4A83-AC5F-ECC27B23F576}" dt="2026-07-17T09:28:49.184" v="424" actId="478"/>
          <ac:picMkLst>
            <pc:docMk/>
            <pc:sldMk cId="3335690352" sldId="304"/>
            <ac:picMk id="5" creationId="{9C17684C-31B7-469A-8DE8-3F0615203A10}"/>
          </ac:picMkLst>
        </pc:picChg>
        <pc:picChg chg="add mod">
          <ac:chgData name="민민 성" userId="cf1f1df607fbac1a" providerId="LiveId" clId="{D84ACD59-CBAE-4A83-AC5F-ECC27B23F576}" dt="2026-07-17T09:29:50.826" v="437" actId="1076"/>
          <ac:picMkLst>
            <pc:docMk/>
            <pc:sldMk cId="3335690352" sldId="304"/>
            <ac:picMk id="6" creationId="{F5C0A412-CCAF-4104-9EDB-DFAC8E87B94B}"/>
          </ac:picMkLst>
        </pc:picChg>
        <pc:picChg chg="add mod modCrop">
          <ac:chgData name="민민 성" userId="cf1f1df607fbac1a" providerId="LiveId" clId="{D84ACD59-CBAE-4A83-AC5F-ECC27B23F576}" dt="2026-07-17T09:29:50.826" v="437" actId="1076"/>
          <ac:picMkLst>
            <pc:docMk/>
            <pc:sldMk cId="3335690352" sldId="304"/>
            <ac:picMk id="7" creationId="{AADD2A60-DFEA-43B9-988A-B0DE8E03A270}"/>
          </ac:picMkLst>
        </pc:picChg>
      </pc:sldChg>
      <pc:sldChg chg="addSp delSp modSp add mod">
        <pc:chgData name="민민 성" userId="cf1f1df607fbac1a" providerId="LiveId" clId="{D84ACD59-CBAE-4A83-AC5F-ECC27B23F576}" dt="2026-07-17T09:33:00.134" v="501" actId="113"/>
        <pc:sldMkLst>
          <pc:docMk/>
          <pc:sldMk cId="753742166" sldId="305"/>
        </pc:sldMkLst>
        <pc:spChg chg="mod">
          <ac:chgData name="민민 성" userId="cf1f1df607fbac1a" providerId="LiveId" clId="{D84ACD59-CBAE-4A83-AC5F-ECC27B23F576}" dt="2026-07-17T09:30:49.929" v="466" actId="6549"/>
          <ac:spMkLst>
            <pc:docMk/>
            <pc:sldMk cId="753742166" sldId="305"/>
            <ac:spMk id="8" creationId="{A4F611F4-7E65-4FA3-ABEF-F5C10D65743B}"/>
          </ac:spMkLst>
        </pc:spChg>
        <pc:spChg chg="add mod">
          <ac:chgData name="민민 성" userId="cf1f1df607fbac1a" providerId="LiveId" clId="{D84ACD59-CBAE-4A83-AC5F-ECC27B23F576}" dt="2026-07-17T09:33:00.134" v="501" actId="113"/>
          <ac:spMkLst>
            <pc:docMk/>
            <pc:sldMk cId="753742166" sldId="305"/>
            <ac:spMk id="12" creationId="{79259B41-09C5-4BB2-A2F4-7A0E27F4E02E}"/>
          </ac:spMkLst>
        </pc:spChg>
        <pc:spChg chg="add mod">
          <ac:chgData name="민민 성" userId="cf1f1df607fbac1a" providerId="LiveId" clId="{D84ACD59-CBAE-4A83-AC5F-ECC27B23F576}" dt="2026-07-17T09:33:00.134" v="501" actId="113"/>
          <ac:spMkLst>
            <pc:docMk/>
            <pc:sldMk cId="753742166" sldId="305"/>
            <ac:spMk id="13" creationId="{4190793F-AE7F-4920-BC67-D759254CFD65}"/>
          </ac:spMkLst>
        </pc:spChg>
        <pc:spChg chg="add mod">
          <ac:chgData name="민민 성" userId="cf1f1df607fbac1a" providerId="LiveId" clId="{D84ACD59-CBAE-4A83-AC5F-ECC27B23F576}" dt="2026-07-17T09:33:00.134" v="501" actId="113"/>
          <ac:spMkLst>
            <pc:docMk/>
            <pc:sldMk cId="753742166" sldId="305"/>
            <ac:spMk id="14" creationId="{B00AFD32-E9D8-4707-92E3-C961C85488A6}"/>
          </ac:spMkLst>
        </pc:spChg>
        <pc:picChg chg="del">
          <ac:chgData name="민민 성" userId="cf1f1df607fbac1a" providerId="LiveId" clId="{D84ACD59-CBAE-4A83-AC5F-ECC27B23F576}" dt="2026-07-17T09:30:28.129" v="440" actId="478"/>
          <ac:picMkLst>
            <pc:docMk/>
            <pc:sldMk cId="753742166" sldId="305"/>
            <ac:picMk id="6" creationId="{F5C0A412-CCAF-4104-9EDB-DFAC8E87B94B}"/>
          </ac:picMkLst>
        </pc:picChg>
        <pc:picChg chg="del">
          <ac:chgData name="민민 성" userId="cf1f1df607fbac1a" providerId="LiveId" clId="{D84ACD59-CBAE-4A83-AC5F-ECC27B23F576}" dt="2026-07-17T09:30:28.129" v="440" actId="478"/>
          <ac:picMkLst>
            <pc:docMk/>
            <pc:sldMk cId="753742166" sldId="305"/>
            <ac:picMk id="7" creationId="{AADD2A60-DFEA-43B9-988A-B0DE8E03A270}"/>
          </ac:picMkLst>
        </pc:picChg>
        <pc:picChg chg="add mod">
          <ac:chgData name="민민 성" userId="cf1f1df607fbac1a" providerId="LiveId" clId="{D84ACD59-CBAE-4A83-AC5F-ECC27B23F576}" dt="2026-07-17T09:32:49.851" v="500" actId="1076"/>
          <ac:picMkLst>
            <pc:docMk/>
            <pc:sldMk cId="753742166" sldId="305"/>
            <ac:picMk id="9" creationId="{6CBEED79-0ACB-48C7-8373-B14F533673FF}"/>
          </ac:picMkLst>
        </pc:picChg>
        <pc:picChg chg="add mod">
          <ac:chgData name="민민 성" userId="cf1f1df607fbac1a" providerId="LiveId" clId="{D84ACD59-CBAE-4A83-AC5F-ECC27B23F576}" dt="2026-07-17T09:32:49.851" v="500" actId="1076"/>
          <ac:picMkLst>
            <pc:docMk/>
            <pc:sldMk cId="753742166" sldId="305"/>
            <ac:picMk id="10" creationId="{A247DE01-F5E3-4713-A5C0-33C056994F73}"/>
          </ac:picMkLst>
        </pc:picChg>
        <pc:picChg chg="add mod">
          <ac:chgData name="민민 성" userId="cf1f1df607fbac1a" providerId="LiveId" clId="{D84ACD59-CBAE-4A83-AC5F-ECC27B23F576}" dt="2026-07-17T09:32:49.851" v="500" actId="1076"/>
          <ac:picMkLst>
            <pc:docMk/>
            <pc:sldMk cId="753742166" sldId="305"/>
            <ac:picMk id="11" creationId="{7E3E6029-303B-42FF-BB34-A48E0ADB4B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0">
            <a:extLst>
              <a:ext uri="{FF2B5EF4-FFF2-40B4-BE49-F238E27FC236}">
                <a16:creationId xmlns:a16="http://schemas.microsoft.com/office/drawing/2014/main" id="{A0865153-E05A-DDAA-574B-45E59EBE59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89745" y="365126"/>
            <a:ext cx="9575800" cy="782077"/>
          </a:xfrm>
        </p:spPr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>
            <a:cxnSpLocks/>
          </p:cNvCxnSpPr>
          <p:nvPr userDrawn="1"/>
        </p:nvCxnSpPr>
        <p:spPr>
          <a:xfrm>
            <a:off x="489745" y="1147203"/>
            <a:ext cx="1120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0">
            <a:extLst>
              <a:ext uri="{FF2B5EF4-FFF2-40B4-BE49-F238E27FC236}">
                <a16:creationId xmlns:a16="http://schemas.microsoft.com/office/drawing/2014/main" id="{20BDB6AC-C15B-A8B7-BEDE-B54E65CB81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08C47304-4B77-40A7-6A00-B04668F1A2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>
            <a:extLst>
              <a:ext uri="{FF2B5EF4-FFF2-40B4-BE49-F238E27FC236}">
                <a16:creationId xmlns:a16="http://schemas.microsoft.com/office/drawing/2014/main" id="{C8B3C898-B291-92D8-5008-D30CF662E8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>
            <a:extLst>
              <a:ext uri="{FF2B5EF4-FFF2-40B4-BE49-F238E27FC236}">
                <a16:creationId xmlns:a16="http://schemas.microsoft.com/office/drawing/2014/main" id="{49E049BF-0BE0-7E06-C66D-7454852752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Shape 0">
            <a:extLst>
              <a:ext uri="{FF2B5EF4-FFF2-40B4-BE49-F238E27FC236}">
                <a16:creationId xmlns:a16="http://schemas.microsoft.com/office/drawing/2014/main" id="{B1811CD8-51ED-3C98-34A5-5626E68EA180}"/>
              </a:ext>
            </a:extLst>
          </p:cNvPr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92374686-506E-A047-E16F-55BB84BB750D}"/>
              </a:ext>
            </a:extLst>
          </p:cNvPr>
          <p:cNvSpPr/>
          <p:nvPr/>
        </p:nvSpPr>
        <p:spPr>
          <a:xfrm>
            <a:off x="864000" y="2340000"/>
            <a:ext cx="306000" cy="468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73ED3A78-DE78-E8F6-2DAB-F4882938012A}"/>
              </a:ext>
            </a:extLst>
          </p:cNvPr>
          <p:cNvSpPr/>
          <p:nvPr/>
        </p:nvSpPr>
        <p:spPr>
          <a:xfrm>
            <a:off x="864000" y="2466000"/>
            <a:ext cx="720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-20" dirty="0">
                <a:solidFill>
                  <a:srgbClr val="2653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순천향대학교 천안병원</a:t>
            </a:r>
            <a:endParaRPr lang="en-US" sz="1400" dirty="0"/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C7D65FD5-30AB-2D68-1541-58FF6594EBA2}"/>
              </a:ext>
            </a:extLst>
          </p:cNvPr>
          <p:cNvSpPr/>
          <p:nvPr/>
        </p:nvSpPr>
        <p:spPr>
          <a:xfrm>
            <a:off x="864000" y="2808000"/>
            <a:ext cx="1008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ko-KR" sz="6000" b="1" kern="0" spc="-150" dirty="0" err="1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Chemoport</a:t>
            </a:r>
            <a:r>
              <a:rPr lang="en-US" altLang="ko-KR" sz="6000" b="1" kern="0" spc="-15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6000" b="1" kern="0" spc="-15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endParaRPr lang="en-US" sz="6000" b="1" kern="0" spc="-150" dirty="0">
              <a:solidFill>
                <a:srgbClr val="1D1D1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85" name="Shape 9">
            <a:extLst>
              <a:ext uri="{FF2B5EF4-FFF2-40B4-BE49-F238E27FC236}">
                <a16:creationId xmlns:a16="http://schemas.microsoft.com/office/drawing/2014/main" id="{75C34F01-F914-5AD4-3EBF-9BC26CBA4AE9}"/>
              </a:ext>
            </a:extLst>
          </p:cNvPr>
          <p:cNvSpPr/>
          <p:nvPr/>
        </p:nvSpPr>
        <p:spPr>
          <a:xfrm>
            <a:off x="864000" y="6408000"/>
            <a:ext cx="108000" cy="1080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87" name="Text 10">
            <a:extLst>
              <a:ext uri="{FF2B5EF4-FFF2-40B4-BE49-F238E27FC236}">
                <a16:creationId xmlns:a16="http://schemas.microsoft.com/office/drawing/2014/main" id="{78CF5808-6892-D3B3-3C5E-F1688436F402}"/>
              </a:ext>
            </a:extLst>
          </p:cNvPr>
          <p:cNvSpPr/>
          <p:nvPr/>
        </p:nvSpPr>
        <p:spPr>
          <a:xfrm>
            <a:off x="1044000" y="6408000"/>
            <a:ext cx="79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7A7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SCHMC · SOONCHUNHYANG UNIVERSITY CHEONAN HOSPITAL</a:t>
            </a:r>
            <a:endParaRPr lang="en-US" sz="900" dirty="0"/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4959BFE2-C497-1175-AC6F-2F7A3FA2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91" y="5030474"/>
            <a:ext cx="1759995" cy="161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D64737-09E6-41C3-877E-BA0D786F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Chemoport</a:t>
            </a:r>
            <a:r>
              <a:rPr lang="en-US" altLang="ko-KR" dirty="0"/>
              <a:t> </a:t>
            </a:r>
            <a:r>
              <a:rPr lang="ko-KR" altLang="en-US" dirty="0"/>
              <a:t>관리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D86C86DF-5AA8-4158-9CA4-F88E80B374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6" t="56488" r="64062" b="11044"/>
          <a:stretch/>
        </p:blipFill>
        <p:spPr>
          <a:xfrm>
            <a:off x="1958531" y="3103965"/>
            <a:ext cx="2503242" cy="238075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E9A634-ADB1-4210-B6EB-4691F5F4590C}"/>
              </a:ext>
            </a:extLst>
          </p:cNvPr>
          <p:cNvSpPr txBox="1"/>
          <p:nvPr/>
        </p:nvSpPr>
        <p:spPr>
          <a:xfrm>
            <a:off x="489745" y="1347940"/>
            <a:ext cx="10862468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중심정맥관의</a:t>
            </a:r>
            <a:r>
              <a:rPr lang="ko-KR" altLang="en-US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종류</a:t>
            </a:r>
            <a:endParaRPr lang="en-US" altLang="ko-KR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중심정맥관은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쇄골하정맥이나 목 부위의 경정맥을 통해 삽입하는 것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히크만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카테터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 팔에 있는 정맥을 통해 삽입하는 것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말초삽입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중심정맥관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피부속에 심는 것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매립형 포트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 있습니다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8310EA-1B86-4582-8A12-5010FBD2F165}"/>
              </a:ext>
            </a:extLst>
          </p:cNvPr>
          <p:cNvSpPr txBox="1"/>
          <p:nvPr/>
        </p:nvSpPr>
        <p:spPr>
          <a:xfrm>
            <a:off x="2416961" y="5636713"/>
            <a:ext cx="14638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히크만</a:t>
            </a:r>
            <a:r>
              <a:rPr lang="ko-KR" altLang="en-US" sz="1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카테터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B0E49-41C4-4496-A6C5-C956AD569671}"/>
              </a:ext>
            </a:extLst>
          </p:cNvPr>
          <p:cNvSpPr txBox="1"/>
          <p:nvPr/>
        </p:nvSpPr>
        <p:spPr>
          <a:xfrm>
            <a:off x="5093223" y="5636713"/>
            <a:ext cx="20697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말초삽입</a:t>
            </a:r>
            <a:r>
              <a:rPr lang="ko-KR" altLang="en-US" sz="1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중심정맥관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9BD27-E631-4604-AD7C-634166CF9109}"/>
              </a:ext>
            </a:extLst>
          </p:cNvPr>
          <p:cNvSpPr txBox="1"/>
          <p:nvPr/>
        </p:nvSpPr>
        <p:spPr>
          <a:xfrm>
            <a:off x="8375420" y="5636713"/>
            <a:ext cx="126188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매립형 포트</a:t>
            </a:r>
            <a:endParaRPr lang="ko-KR" altLang="en-US" dirty="0"/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5DD5F630-4F5B-4436-A68F-97B28B32CC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94" t="54881" r="32554" b="7954"/>
          <a:stretch/>
        </p:blipFill>
        <p:spPr>
          <a:xfrm>
            <a:off x="4937760" y="2942163"/>
            <a:ext cx="2503242" cy="272520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8C610DCA-9467-46D9-A3A5-ABF12C1D65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757" t="53762" r="3496" b="9521"/>
          <a:stretch/>
        </p:blipFill>
        <p:spPr>
          <a:xfrm>
            <a:off x="7952397" y="2948187"/>
            <a:ext cx="2309910" cy="269231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4783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D64737-09E6-41C3-877E-BA0D786F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Chemoport</a:t>
            </a:r>
            <a:r>
              <a:rPr lang="en-US" altLang="ko-KR" dirty="0"/>
              <a:t> </a:t>
            </a:r>
            <a:r>
              <a:rPr lang="ko-KR" altLang="en-US" dirty="0"/>
              <a:t>관리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9A634-ADB1-4210-B6EB-4691F5F4590C}"/>
              </a:ext>
            </a:extLst>
          </p:cNvPr>
          <p:cNvSpPr txBox="1"/>
          <p:nvPr/>
        </p:nvSpPr>
        <p:spPr>
          <a:xfrm>
            <a:off x="489745" y="1347940"/>
            <a:ext cx="10862468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포트 삽입 후 입원유지시</a:t>
            </a:r>
            <a:endParaRPr lang="en-US" altLang="ko-KR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수술 후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주일 뒤 </a:t>
            </a:r>
            <a:r>
              <a:rPr lang="en-US" altLang="ko-KR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chemoport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needle change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하면서 삽입부위만 </a:t>
            </a:r>
            <a:r>
              <a:rPr lang="ko-KR" altLang="en-US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재소독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하기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본드 부착부위 되도록 소독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X,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본드가 벗겨지지 않도록 유의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A2C2A0-BCF6-4D0C-8CFE-57D4E5573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55760"/>
              </p:ext>
            </p:extLst>
          </p:nvPr>
        </p:nvGraphicFramePr>
        <p:xfrm>
          <a:off x="1089660" y="3429000"/>
          <a:ext cx="4762500" cy="1059180"/>
        </p:xfrm>
        <a:graphic>
          <a:graphicData uri="http://schemas.openxmlformats.org/drawingml/2006/table">
            <a:tbl>
              <a:tblPr/>
              <a:tblGrid>
                <a:gridCol w="1752142">
                  <a:extLst>
                    <a:ext uri="{9D8B030D-6E8A-4147-A177-3AD203B41FA5}">
                      <a16:colId xmlns:a16="http://schemas.microsoft.com/office/drawing/2014/main" val="1437045431"/>
                    </a:ext>
                  </a:extLst>
                </a:gridCol>
                <a:gridCol w="3010358">
                  <a:extLst>
                    <a:ext uri="{9D8B030D-6E8A-4147-A177-3AD203B41FA5}">
                      <a16:colId xmlns:a16="http://schemas.microsoft.com/office/drawing/2014/main" val="300656074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드레싱 종류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드레싱 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9956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필름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7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일마다 교환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109268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거즈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일마다 교환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453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26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D64737-09E6-41C3-877E-BA0D786F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Chemoport</a:t>
            </a:r>
            <a:r>
              <a:rPr lang="en-US" altLang="ko-KR" dirty="0"/>
              <a:t> </a:t>
            </a:r>
            <a:r>
              <a:rPr lang="ko-KR" altLang="en-US" dirty="0"/>
              <a:t>관리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9A634-ADB1-4210-B6EB-4691F5F4590C}"/>
              </a:ext>
            </a:extLst>
          </p:cNvPr>
          <p:cNvSpPr txBox="1"/>
          <p:nvPr/>
        </p:nvSpPr>
        <p:spPr>
          <a:xfrm>
            <a:off x="489745" y="1347940"/>
            <a:ext cx="10862468" cy="4443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포트 삽입 후 퇴원할 시</a:t>
            </a:r>
            <a:endParaRPr lang="en-US" altLang="ko-KR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다음 입원 시 까지 소독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X,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물 닿지 않게 하기</a:t>
            </a:r>
            <a:endParaRPr lang="en-US" altLang="ko-KR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퇴원 후 외래 진료 하는 날 아물었는지 확인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샤워하고 싶을 때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되도록 하지 않도록 교육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하려면 상처부위 물 닿지 않도록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port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아래부위만 가능</a:t>
            </a:r>
            <a:b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</a:b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샤워하고 싶을 때는 방수테이프로 부착 후 샤워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소독하지 않고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멸균 거즈 올리고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픽스롤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or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반창고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or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테가덤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방수테이프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사용하여 고정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샤워후에는 방수테이프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거즈 모두 제거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거즈가 더러워지거나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떨어지거나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테이프 부착부위가 가려울 때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테이프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거즈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모두 제거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번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/4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Port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 막히지 않게 </a:t>
            </a:r>
            <a:r>
              <a:rPr lang="ko-KR" altLang="en-US" kern="0" spc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헤파린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약물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(5cc)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을 주입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본드칠이 되어있으므로 본드가 저절로 떨어질 때까지 유지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  <a:endParaRPr lang="en-US" altLang="ko-KR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3819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25082B3-E51B-6054-614F-070B8A1A55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082D5F33-4E6E-B308-2CAB-435ADE411B71}"/>
              </a:ext>
            </a:extLst>
          </p:cNvPr>
          <p:cNvSpPr/>
          <p:nvPr/>
        </p:nvSpPr>
        <p:spPr>
          <a:xfrm>
            <a:off x="11977200" y="0"/>
            <a:ext cx="216000" cy="68580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2F3D803D-5A29-1541-4F2D-0440774FABE2}"/>
              </a:ext>
            </a:extLst>
          </p:cNvPr>
          <p:cNvSpPr/>
          <p:nvPr/>
        </p:nvSpPr>
        <p:spPr>
          <a:xfrm>
            <a:off x="554400" y="2808000"/>
            <a:ext cx="1008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6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F90F4F0-397B-B918-1782-A1E63943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91" y="5030474"/>
            <a:ext cx="1759995" cy="161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214</Words>
  <Application>Microsoft Office PowerPoint</Application>
  <PresentationFormat>와이드스크린</PresentationFormat>
  <Paragraphs>31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Arial</vt:lpstr>
      <vt:lpstr>KoPubWorld돋움체 Light</vt:lpstr>
      <vt:lpstr>KoPub돋움체 Bold</vt:lpstr>
      <vt:lpstr>KoPub돋움체 Light</vt:lpstr>
      <vt:lpstr>Noto Sans KR</vt:lpstr>
      <vt:lpstr>Wingdings</vt:lpstr>
      <vt:lpstr>맑은 고딕</vt:lpstr>
      <vt:lpstr>1_Office 테마</vt:lpstr>
      <vt:lpstr>PowerPoint 프레젠테이션</vt:lpstr>
      <vt:lpstr>Chemoport 관리</vt:lpstr>
      <vt:lpstr>Chemoport 관리</vt:lpstr>
      <vt:lpstr>Chemoport 관리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민민 성</cp:lastModifiedBy>
  <cp:revision>898</cp:revision>
  <cp:lastPrinted>2026-07-17T09:33:54Z</cp:lastPrinted>
  <dcterms:created xsi:type="dcterms:W3CDTF">2026-03-04T12:11:45Z</dcterms:created>
  <dcterms:modified xsi:type="dcterms:W3CDTF">2026-07-17T09:53:18Z</dcterms:modified>
</cp:coreProperties>
</file>