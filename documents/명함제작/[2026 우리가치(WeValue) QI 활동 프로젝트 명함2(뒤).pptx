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3" r:id="rId1"/>
  </p:sldMasterIdLst>
  <p:notesMasterIdLst>
    <p:notesMasterId r:id="rId8"/>
  </p:notesMasterIdLst>
  <p:sldIdLst>
    <p:sldId id="300" r:id="rId2"/>
    <p:sldId id="301" r:id="rId3"/>
    <p:sldId id="302" r:id="rId4"/>
    <p:sldId id="303" r:id="rId5"/>
    <p:sldId id="304" r:id="rId6"/>
    <p:sldId id="305" r:id="rId7"/>
  </p:sldIdLst>
  <p:sldSz cx="3200400" cy="1800225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567" userDrawn="1">
          <p15:clr>
            <a:srgbClr val="A4A3A4"/>
          </p15:clr>
        </p15:guide>
        <p15:guide id="6" orient="horz" pos="201" userDrawn="1">
          <p15:clr>
            <a:srgbClr val="A4A3A4"/>
          </p15:clr>
        </p15:guide>
        <p15:guide id="7" orient="horz" pos="1042" userDrawn="1">
          <p15:clr>
            <a:srgbClr val="A4A3A4"/>
          </p15:clr>
        </p15:guide>
        <p15:guide id="8" pos="1008" userDrawn="1">
          <p15:clr>
            <a:srgbClr val="A4A3A4"/>
          </p15:clr>
        </p15:guide>
        <p15:guide id="9" pos="130" userDrawn="1">
          <p15:clr>
            <a:srgbClr val="A4A3A4"/>
          </p15:clr>
        </p15:guide>
        <p15:guide id="10" pos="1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CFF1"/>
    <a:srgbClr val="CC00FF"/>
    <a:srgbClr val="006E99"/>
    <a:srgbClr val="009BD6"/>
    <a:srgbClr val="1E5691"/>
    <a:srgbClr val="DDF6FF"/>
    <a:srgbClr val="F58400"/>
    <a:srgbClr val="FF3300"/>
    <a:srgbClr val="FFFFFF"/>
    <a:srgbClr val="0084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3" autoAdjust="0"/>
    <p:restoredTop sz="97430" autoAdjust="0"/>
  </p:normalViewPr>
  <p:slideViewPr>
    <p:cSldViewPr snapToGrid="0">
      <p:cViewPr varScale="1">
        <p:scale>
          <a:sx n="345" d="100"/>
          <a:sy n="345" d="100"/>
        </p:scale>
        <p:origin x="1092" y="252"/>
      </p:cViewPr>
      <p:guideLst>
        <p:guide orient="horz" pos="567"/>
        <p:guide orient="horz" pos="201"/>
        <p:guide orient="horz" pos="1042"/>
        <p:guide pos="1008"/>
        <p:guide pos="130"/>
        <p:guide pos="188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8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r">
              <a:defRPr sz="1300"/>
            </a:lvl1pPr>
          </a:lstStyle>
          <a:p>
            <a:fld id="{F929F65E-AEE7-45C5-814B-4468CAF1E537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42913" y="1241425"/>
            <a:ext cx="5972175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5" tIns="45703" rIns="91405" bIns="457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86312"/>
            <a:ext cx="5486400" cy="3916363"/>
          </a:xfrm>
          <a:prstGeom prst="rect">
            <a:avLst/>
          </a:prstGeom>
        </p:spPr>
        <p:txBody>
          <a:bodyPr vert="horz" lIns="91405" tIns="45703" rIns="91405" bIns="4570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47215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8" y="9447215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r">
              <a:defRPr sz="1300"/>
            </a:lvl1pPr>
          </a:lstStyle>
          <a:p>
            <a:fld id="{6A73BE5E-839E-45D1-B8A5-13B23A945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211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1pPr>
    <a:lvl2pPr marL="83723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2pPr>
    <a:lvl3pPr marL="167445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3pPr>
    <a:lvl4pPr marL="251168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4pPr>
    <a:lvl5pPr marL="334890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5pPr>
    <a:lvl6pPr marL="418613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6pPr>
    <a:lvl7pPr marL="502335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7pPr>
    <a:lvl8pPr marL="586058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8pPr>
    <a:lvl9pPr marL="669781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50" y="294620"/>
            <a:ext cx="2400300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945535"/>
            <a:ext cx="2400300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508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81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1" y="448807"/>
            <a:ext cx="2760345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1" y="1204734"/>
            <a:ext cx="2760345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92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8" y="479227"/>
            <a:ext cx="1360170" cy="114222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479227"/>
            <a:ext cx="1360170" cy="114222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853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" y="95846"/>
            <a:ext cx="2760345" cy="34796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5" y="441305"/>
            <a:ext cx="1353919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5" y="657582"/>
            <a:ext cx="1353919" cy="9672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2" y="441305"/>
            <a:ext cx="1360587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2" y="657582"/>
            <a:ext cx="1360587" cy="9672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15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937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0569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20015"/>
            <a:ext cx="1032212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7" y="259199"/>
            <a:ext cx="1620203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540067"/>
            <a:ext cx="1032212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728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20015"/>
            <a:ext cx="1032212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7" y="259199"/>
            <a:ext cx="1620203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540067"/>
            <a:ext cx="1032212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04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660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6" y="95846"/>
            <a:ext cx="690086" cy="152560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7" y="95846"/>
            <a:ext cx="2030254" cy="15256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236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2" y="1"/>
            <a:ext cx="3207068" cy="18002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29543" y="30483"/>
            <a:ext cx="3143285" cy="1728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56640" y="81588"/>
            <a:ext cx="358714" cy="20304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BA0C91-E2D0-A166-2BE8-3501CE9BABF8}"/>
              </a:ext>
            </a:extLst>
          </p:cNvPr>
          <p:cNvSpPr txBox="1"/>
          <p:nvPr userDrawn="1"/>
        </p:nvSpPr>
        <p:spPr>
          <a:xfrm>
            <a:off x="2072572" y="1569906"/>
            <a:ext cx="112782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ko-KR" altLang="en-US" sz="600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6141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7">
          <p15:clr>
            <a:srgbClr val="FBAE40"/>
          </p15:clr>
        </p15:guide>
        <p15:guide id="2" pos="100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2" y="1"/>
            <a:ext cx="3207068" cy="18002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44921" y="17494"/>
            <a:ext cx="3115476" cy="176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94840" y="29235"/>
            <a:ext cx="320513" cy="756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256578-F800-6850-5D6B-02ED7EBACB52}"/>
              </a:ext>
            </a:extLst>
          </p:cNvPr>
          <p:cNvSpPr txBox="1"/>
          <p:nvPr userDrawn="1"/>
        </p:nvSpPr>
        <p:spPr>
          <a:xfrm>
            <a:off x="2852140" y="1686921"/>
            <a:ext cx="263214" cy="123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en-US" altLang="ko-KR" sz="100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</a:t>
            </a:r>
          </a:p>
        </p:txBody>
      </p:sp>
    </p:spTree>
    <p:extLst>
      <p:ext uri="{BB962C8B-B14F-4D97-AF65-F5344CB8AC3E}">
        <p14:creationId xmlns:p14="http://schemas.microsoft.com/office/powerpoint/2010/main" val="2737303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7" userDrawn="1">
          <p15:clr>
            <a:srgbClr val="FBAE40"/>
          </p15:clr>
        </p15:guide>
        <p15:guide id="2" pos="100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2" y="1"/>
            <a:ext cx="3207068" cy="18002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44921" y="17494"/>
            <a:ext cx="3115476" cy="176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93284" y="29235"/>
            <a:ext cx="320513" cy="756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D82B35-E786-6435-BBDD-C02B0C93E120}"/>
              </a:ext>
            </a:extLst>
          </p:cNvPr>
          <p:cNvSpPr txBox="1"/>
          <p:nvPr userDrawn="1"/>
        </p:nvSpPr>
        <p:spPr>
          <a:xfrm>
            <a:off x="2824889" y="1707219"/>
            <a:ext cx="290465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 </a:t>
            </a:r>
            <a:r>
              <a:rPr lang="en-US" altLang="ko-KR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131</a:t>
            </a:r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병동</a:t>
            </a:r>
          </a:p>
        </p:txBody>
      </p:sp>
    </p:spTree>
    <p:extLst>
      <p:ext uri="{BB962C8B-B14F-4D97-AF65-F5344CB8AC3E}">
        <p14:creationId xmlns:p14="http://schemas.microsoft.com/office/powerpoint/2010/main" val="501363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7" userDrawn="1">
          <p15:clr>
            <a:srgbClr val="FBAE40"/>
          </p15:clr>
        </p15:guide>
        <p15:guide id="2" pos="1008" userDrawn="1">
          <p15:clr>
            <a:srgbClr val="FBAE40"/>
          </p15:clr>
        </p15:guide>
        <p15:guide id="3" orient="horz" pos="6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8" y="95846"/>
            <a:ext cx="2760345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8" y="479227"/>
            <a:ext cx="2760345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8" y="1668542"/>
            <a:ext cx="72009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F34B4-7175-41BD-B98B-2E7021201D7D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3" y="1668542"/>
            <a:ext cx="1080135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3" y="1668542"/>
            <a:ext cx="72009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005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  <p:sldLayoutId id="2147483790" r:id="rId13"/>
    <p:sldLayoutId id="2147483789" r:id="rId14"/>
  </p:sldLayoutIdLst>
  <p:txStyles>
    <p:titleStyle>
      <a:lvl1pPr algn="l" defTabSz="240030" rtl="0" eaLnBrk="1" latinLnBrk="1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1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67" userDrawn="1">
          <p15:clr>
            <a:srgbClr val="F26B43"/>
          </p15:clr>
        </p15:guide>
        <p15:guide id="2" pos="10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95857-5CB6-E176-FDD7-C77B771B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B8E964-7EED-74B0-E816-8BE4F8865B12}"/>
              </a:ext>
            </a:extLst>
          </p:cNvPr>
          <p:cNvSpPr txBox="1"/>
          <p:nvPr/>
        </p:nvSpPr>
        <p:spPr>
          <a:xfrm>
            <a:off x="27916" y="54246"/>
            <a:ext cx="1208408" cy="1692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4548F5-C227-C424-9E2A-BCF01202B11D}"/>
              </a:ext>
            </a:extLst>
          </p:cNvPr>
          <p:cNvSpPr txBox="1"/>
          <p:nvPr/>
        </p:nvSpPr>
        <p:spPr>
          <a:xfrm>
            <a:off x="74342" y="156738"/>
            <a:ext cx="15087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900" b="1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📊 </a:t>
            </a:r>
            <a:r>
              <a:rPr lang="en-US" altLang="ko-KR" sz="900" b="1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C-Code &amp; Guide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33DDDA-6085-D01E-695B-8DCA20A2A084}"/>
              </a:ext>
            </a:extLst>
          </p:cNvPr>
          <p:cNvSpPr txBox="1"/>
          <p:nvPr/>
        </p:nvSpPr>
        <p:spPr>
          <a:xfrm>
            <a:off x="91735" y="351401"/>
            <a:ext cx="298270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지연</a:t>
            </a:r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</a:t>
            </a:r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인계 보호기록 사유</a:t>
            </a:r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</a:p>
          <a:p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PA 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지연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(C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코드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): C1(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응급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C2(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수술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C3(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결과대기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C4(</a:t>
            </a:r>
            <a:r>
              <a:rPr lang="ko-KR" altLang="en-US" sz="8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컨펌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병동 인계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(IN-OUT): IN-OUT 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교대 시 업무 인계 완료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＃운영 단계별 적용 가이드</a:t>
            </a:r>
            <a:endParaRPr lang="en-US" altLang="ko-KR" sz="800" b="1" dirty="0">
              <a:highlight>
                <a:srgbClr val="FFFF00"/>
              </a:highlight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스티커 하단에 작게 아래 문구를 포함하여  도입 초기 혼선을 방지합니다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※ [C]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사유코드 및 체크타임</a:t>
            </a:r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(IN-OUT, 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예정처리</a:t>
            </a:r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은 안정화 이후 활성화</a:t>
            </a:r>
          </a:p>
        </p:txBody>
      </p:sp>
    </p:spTree>
    <p:extLst>
      <p:ext uri="{BB962C8B-B14F-4D97-AF65-F5344CB8AC3E}">
        <p14:creationId xmlns:p14="http://schemas.microsoft.com/office/powerpoint/2010/main" val="1528733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3685A-059B-C0B7-10FF-60B326638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156503-56FC-B6A3-275B-517C7533148E}"/>
              </a:ext>
            </a:extLst>
          </p:cNvPr>
          <p:cNvSpPr txBox="1"/>
          <p:nvPr/>
        </p:nvSpPr>
        <p:spPr>
          <a:xfrm>
            <a:off x="27916" y="54246"/>
            <a:ext cx="1208408" cy="1692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546EEF-7E39-2FE9-2ED7-C686F084AE3C}"/>
              </a:ext>
            </a:extLst>
          </p:cNvPr>
          <p:cNvSpPr txBox="1"/>
          <p:nvPr/>
        </p:nvSpPr>
        <p:spPr>
          <a:xfrm>
            <a:off x="74342" y="156738"/>
            <a:ext cx="15087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900" b="1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📊 </a:t>
            </a:r>
            <a:r>
              <a:rPr lang="en-US" altLang="ko-KR" sz="900" b="1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C-Code &amp; Guide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7CD838-BF88-4F2A-F4A9-8ECE244485B0}"/>
              </a:ext>
            </a:extLst>
          </p:cNvPr>
          <p:cNvSpPr txBox="1"/>
          <p:nvPr/>
        </p:nvSpPr>
        <p:spPr>
          <a:xfrm>
            <a:off x="91735" y="351401"/>
            <a:ext cx="298270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지연</a:t>
            </a:r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</a:t>
            </a:r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인계 보호기록 사유</a:t>
            </a:r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</a:p>
          <a:p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PA 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지연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(C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코드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): C1(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응급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C2(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수술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C3(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결과대기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C4(</a:t>
            </a:r>
            <a:r>
              <a:rPr lang="ko-KR" altLang="en-US" sz="8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컨펌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병동 인계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(IN-OUT): IN-OUT 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교대 시 업무 인계 완료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＃운영 단계별 적용 가이드</a:t>
            </a:r>
            <a:endParaRPr lang="en-US" altLang="ko-KR" sz="800" b="1" dirty="0">
              <a:highlight>
                <a:srgbClr val="FFFF00"/>
              </a:highlight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스티커 하단에 작게 아래 문구를 포함하여  도입 초기 혼선을 방지합니다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※ [C]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사유코드 및 체크타임</a:t>
            </a:r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(IN-OUT, 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예정처리</a:t>
            </a:r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은 안정화 이후 활성화</a:t>
            </a:r>
          </a:p>
        </p:txBody>
      </p:sp>
    </p:spTree>
    <p:extLst>
      <p:ext uri="{BB962C8B-B14F-4D97-AF65-F5344CB8AC3E}">
        <p14:creationId xmlns:p14="http://schemas.microsoft.com/office/powerpoint/2010/main" val="3203312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22088-8861-D067-5396-8B7DE4450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109D7B-E618-FA25-2A08-D348DD298759}"/>
              </a:ext>
            </a:extLst>
          </p:cNvPr>
          <p:cNvSpPr txBox="1"/>
          <p:nvPr/>
        </p:nvSpPr>
        <p:spPr>
          <a:xfrm>
            <a:off x="27916" y="54246"/>
            <a:ext cx="1208408" cy="1692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82C44F-FB6C-8DBA-B5DA-D8341EF5BAF8}"/>
              </a:ext>
            </a:extLst>
          </p:cNvPr>
          <p:cNvSpPr txBox="1"/>
          <p:nvPr/>
        </p:nvSpPr>
        <p:spPr>
          <a:xfrm>
            <a:off x="74342" y="156738"/>
            <a:ext cx="15087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900" b="1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📊 </a:t>
            </a:r>
            <a:r>
              <a:rPr lang="en-US" altLang="ko-KR" sz="900" b="1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C-Code &amp; Guide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9AEFC7-05EF-836E-6ADC-F6785723C5BD}"/>
              </a:ext>
            </a:extLst>
          </p:cNvPr>
          <p:cNvSpPr txBox="1"/>
          <p:nvPr/>
        </p:nvSpPr>
        <p:spPr>
          <a:xfrm>
            <a:off x="91735" y="351401"/>
            <a:ext cx="298270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지연</a:t>
            </a:r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</a:t>
            </a:r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인계 보호기록 사유</a:t>
            </a:r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</a:p>
          <a:p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PA 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지연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(C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코드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): C1(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응급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C2(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수술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C3(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결과대기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C4(</a:t>
            </a:r>
            <a:r>
              <a:rPr lang="ko-KR" altLang="en-US" sz="8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컨펌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병동 인계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(IN-OUT): IN-OUT 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교대 시 업무 인계 완료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＃운영 단계별 적용 가이드</a:t>
            </a:r>
            <a:endParaRPr lang="en-US" altLang="ko-KR" sz="800" b="1" dirty="0">
              <a:highlight>
                <a:srgbClr val="FFFF00"/>
              </a:highlight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스티커 하단에 작게 아래 문구를 포함하여  도입 초기 혼선을 방지합니다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※ [C]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사유코드 및 체크타임</a:t>
            </a:r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(IN-OUT, 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예정처리</a:t>
            </a:r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은 안정화 이후 활성화</a:t>
            </a:r>
          </a:p>
        </p:txBody>
      </p:sp>
    </p:spTree>
    <p:extLst>
      <p:ext uri="{BB962C8B-B14F-4D97-AF65-F5344CB8AC3E}">
        <p14:creationId xmlns:p14="http://schemas.microsoft.com/office/powerpoint/2010/main" val="1472565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E41C7-9270-2AC8-4803-37068980E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9BDE37-DE08-844A-D6FE-1CE974DF4C1B}"/>
              </a:ext>
            </a:extLst>
          </p:cNvPr>
          <p:cNvSpPr txBox="1"/>
          <p:nvPr/>
        </p:nvSpPr>
        <p:spPr>
          <a:xfrm>
            <a:off x="27916" y="54246"/>
            <a:ext cx="1208408" cy="1692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97124B-F2B6-6064-18B3-34CA78CA1C4F}"/>
              </a:ext>
            </a:extLst>
          </p:cNvPr>
          <p:cNvSpPr txBox="1"/>
          <p:nvPr/>
        </p:nvSpPr>
        <p:spPr>
          <a:xfrm>
            <a:off x="74342" y="156738"/>
            <a:ext cx="15087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900" b="1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📊 </a:t>
            </a:r>
            <a:r>
              <a:rPr lang="en-US" altLang="ko-KR" sz="900" b="1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C-Code &amp; Guide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18616E-D855-56D1-3D14-CCF25B523452}"/>
              </a:ext>
            </a:extLst>
          </p:cNvPr>
          <p:cNvSpPr txBox="1"/>
          <p:nvPr/>
        </p:nvSpPr>
        <p:spPr>
          <a:xfrm>
            <a:off x="91735" y="351401"/>
            <a:ext cx="298270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지연</a:t>
            </a:r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</a:t>
            </a:r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인계 보호기록 사유</a:t>
            </a:r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</a:p>
          <a:p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PA 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지연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(C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코드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): C1(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응급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C2(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수술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C3(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결과대기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C4(</a:t>
            </a:r>
            <a:r>
              <a:rPr lang="ko-KR" altLang="en-US" sz="8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컨펌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병동 인계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(IN-OUT): IN-OUT 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교대 시 업무 인계 완료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＃운영 단계별 적용 가이드</a:t>
            </a:r>
            <a:endParaRPr lang="en-US" altLang="ko-KR" sz="800" b="1" dirty="0">
              <a:highlight>
                <a:srgbClr val="FFFF00"/>
              </a:highlight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스티커 하단에 작게 아래 문구를 포함하여  도입 초기 혼선을 방지합니다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※ [C]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사유코드 및 체크타임</a:t>
            </a:r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(IN-OUT, 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예정처리</a:t>
            </a:r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은 안정화 이후 활성화</a:t>
            </a:r>
          </a:p>
        </p:txBody>
      </p:sp>
    </p:spTree>
    <p:extLst>
      <p:ext uri="{BB962C8B-B14F-4D97-AF65-F5344CB8AC3E}">
        <p14:creationId xmlns:p14="http://schemas.microsoft.com/office/powerpoint/2010/main" val="1832146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05748-3A8E-4F63-B010-559B8AAB8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904247-611D-5D2D-3268-635770F189F4}"/>
              </a:ext>
            </a:extLst>
          </p:cNvPr>
          <p:cNvSpPr txBox="1"/>
          <p:nvPr/>
        </p:nvSpPr>
        <p:spPr>
          <a:xfrm>
            <a:off x="27916" y="54246"/>
            <a:ext cx="1208408" cy="1692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872B2F-1D4E-61B0-3446-17CE025D647B}"/>
              </a:ext>
            </a:extLst>
          </p:cNvPr>
          <p:cNvSpPr txBox="1"/>
          <p:nvPr/>
        </p:nvSpPr>
        <p:spPr>
          <a:xfrm>
            <a:off x="74342" y="156738"/>
            <a:ext cx="15087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900" b="1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📊 </a:t>
            </a:r>
            <a:r>
              <a:rPr lang="en-US" altLang="ko-KR" sz="900" b="1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C-Code &amp; Guide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F78F0D-5367-8B01-95A7-3B98CFCC7E33}"/>
              </a:ext>
            </a:extLst>
          </p:cNvPr>
          <p:cNvSpPr txBox="1"/>
          <p:nvPr/>
        </p:nvSpPr>
        <p:spPr>
          <a:xfrm>
            <a:off x="91735" y="351401"/>
            <a:ext cx="298270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지연</a:t>
            </a:r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</a:t>
            </a:r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인계 보호기록 사유</a:t>
            </a:r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</a:p>
          <a:p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PA 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지연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(C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코드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): C1(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응급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C2(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수술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C3(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결과대기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C4(</a:t>
            </a:r>
            <a:r>
              <a:rPr lang="ko-KR" altLang="en-US" sz="8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컨펌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병동 인계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(IN-OUT): IN-OUT 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교대 시 업무 인계 완료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＃운영 단계별 적용 가이드</a:t>
            </a:r>
            <a:endParaRPr lang="en-US" altLang="ko-KR" sz="800" b="1" dirty="0">
              <a:highlight>
                <a:srgbClr val="FFFF00"/>
              </a:highlight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스티커 하단에 작게 아래 문구를 포함하여  도입 초기 혼선을 방지합니다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※ [C]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사유코드 및 체크타임</a:t>
            </a:r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(IN-OUT, 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예정처리</a:t>
            </a:r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은 안정화 이후 활성화</a:t>
            </a:r>
          </a:p>
        </p:txBody>
      </p:sp>
    </p:spTree>
    <p:extLst>
      <p:ext uri="{BB962C8B-B14F-4D97-AF65-F5344CB8AC3E}">
        <p14:creationId xmlns:p14="http://schemas.microsoft.com/office/powerpoint/2010/main" val="4053578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C649C-DB95-DD09-89B1-1E76767E6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79E842-EF0B-BB5F-05A0-E3224E90E2DD}"/>
              </a:ext>
            </a:extLst>
          </p:cNvPr>
          <p:cNvSpPr txBox="1"/>
          <p:nvPr/>
        </p:nvSpPr>
        <p:spPr>
          <a:xfrm>
            <a:off x="27916" y="54246"/>
            <a:ext cx="1208408" cy="1692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7A90D0-A8FE-8D54-D7E8-C55BC5DADBC1}"/>
              </a:ext>
            </a:extLst>
          </p:cNvPr>
          <p:cNvSpPr txBox="1"/>
          <p:nvPr/>
        </p:nvSpPr>
        <p:spPr>
          <a:xfrm>
            <a:off x="74342" y="156738"/>
            <a:ext cx="15087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900" b="1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📊 </a:t>
            </a:r>
            <a:r>
              <a:rPr lang="en-US" altLang="ko-KR" sz="900" b="1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C-Code &amp; Guide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04A249-5A9B-A812-6552-D9AC47669E1D}"/>
              </a:ext>
            </a:extLst>
          </p:cNvPr>
          <p:cNvSpPr txBox="1"/>
          <p:nvPr/>
        </p:nvSpPr>
        <p:spPr>
          <a:xfrm>
            <a:off x="91735" y="351401"/>
            <a:ext cx="298270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지연</a:t>
            </a:r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</a:t>
            </a:r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인계 보호기록 사유</a:t>
            </a:r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</a:p>
          <a:p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PA 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지연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(C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코드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): C1(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응급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C2(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수술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C3(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결과대기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C4(</a:t>
            </a:r>
            <a:r>
              <a:rPr lang="ko-KR" altLang="en-US" sz="8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컨펌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병동 인계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(IN-OUT): IN-OUT 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교대 시 업무 인계 완료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＃운영 단계별 적용 가이드</a:t>
            </a:r>
            <a:endParaRPr lang="en-US" altLang="ko-KR" sz="800" b="1" dirty="0">
              <a:highlight>
                <a:srgbClr val="FFFF00"/>
              </a:highlight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스티커 하단에 작게 아래 문구를 포함하여  도입 초기 혼선을 방지합니다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※ [C]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사유코드 및 체크타임</a:t>
            </a:r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(IN-OUT, 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예정처리</a:t>
            </a:r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은 안정화 이후 활성화</a:t>
            </a:r>
          </a:p>
        </p:txBody>
      </p:sp>
    </p:spTree>
    <p:extLst>
      <p:ext uri="{BB962C8B-B14F-4D97-AF65-F5344CB8AC3E}">
        <p14:creationId xmlns:p14="http://schemas.microsoft.com/office/powerpoint/2010/main" val="3296433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3414</TotalTime>
  <Words>492</Words>
  <Application>Microsoft Office PowerPoint</Application>
  <PresentationFormat>사용자 지정</PresentationFormat>
  <Paragraphs>66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KoPub돋움체 Bold</vt:lpstr>
      <vt:lpstr>KoPub돋움체 Light</vt:lpstr>
      <vt:lpstr>맑은 고딕</vt:lpstr>
      <vt:lpstr>휴먼둥근헤드라인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라희 임</dc:creator>
  <cp:lastModifiedBy>성민 임</cp:lastModifiedBy>
  <cp:revision>2307</cp:revision>
  <cp:lastPrinted>2026-04-09T11:47:30Z</cp:lastPrinted>
  <dcterms:created xsi:type="dcterms:W3CDTF">2025-05-04T13:56:03Z</dcterms:created>
  <dcterms:modified xsi:type="dcterms:W3CDTF">2026-04-09T11:49:36Z</dcterms:modified>
</cp:coreProperties>
</file>