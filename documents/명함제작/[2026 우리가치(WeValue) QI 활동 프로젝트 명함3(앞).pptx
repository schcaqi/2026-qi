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83" r:id="rId1"/>
  </p:sldMasterIdLst>
  <p:notesMasterIdLst>
    <p:notesMasterId r:id="rId8"/>
  </p:notesMasterIdLst>
  <p:sldIdLst>
    <p:sldId id="270" r:id="rId2"/>
    <p:sldId id="271" r:id="rId3"/>
    <p:sldId id="272" r:id="rId4"/>
    <p:sldId id="273" r:id="rId5"/>
    <p:sldId id="274" r:id="rId6"/>
    <p:sldId id="275" r:id="rId7"/>
  </p:sldIdLst>
  <p:sldSz cx="3203575" cy="1800225"/>
  <p:notesSz cx="6858000" cy="9945688"/>
  <p:embeddedFontLst>
    <p:embeddedFont>
      <p:font typeface="Franklin Gothic Heavy" panose="020B0903020102020204" pitchFamily="34" charset="0"/>
      <p:regular r:id="rId9"/>
      <p:italic r:id="rId10"/>
    </p:embeddedFont>
    <p:embeddedFont>
      <p:font typeface="KoPub돋움체 Bold" panose="02020603020101020101" pitchFamily="18" charset="-127"/>
      <p:regular r:id="rId11"/>
    </p:embeddedFont>
    <p:embeddedFont>
      <p:font typeface="Noto Sans KR Black" panose="020B0200000000000000" pitchFamily="50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567" userDrawn="1">
          <p15:clr>
            <a:srgbClr val="A4A3A4"/>
          </p15:clr>
        </p15:guide>
        <p15:guide id="6" orient="horz" pos="201" userDrawn="1">
          <p15:clr>
            <a:srgbClr val="A4A3A4"/>
          </p15:clr>
        </p15:guide>
        <p15:guide id="7" orient="horz" pos="1042" userDrawn="1">
          <p15:clr>
            <a:srgbClr val="A4A3A4"/>
          </p15:clr>
        </p15:guide>
        <p15:guide id="8" pos="1009" userDrawn="1">
          <p15:clr>
            <a:srgbClr val="A4A3A4"/>
          </p15:clr>
        </p15:guide>
        <p15:guide id="9" pos="131" userDrawn="1">
          <p15:clr>
            <a:srgbClr val="A4A3A4"/>
          </p15:clr>
        </p15:guide>
        <p15:guide id="10" pos="1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2CFF1"/>
    <a:srgbClr val="CC00FF"/>
    <a:srgbClr val="006E99"/>
    <a:srgbClr val="009BD6"/>
    <a:srgbClr val="1E5691"/>
    <a:srgbClr val="DDF6FF"/>
    <a:srgbClr val="F58400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69" autoAdjust="0"/>
    <p:restoredTop sz="97430" autoAdjust="0"/>
  </p:normalViewPr>
  <p:slideViewPr>
    <p:cSldViewPr snapToGrid="0">
      <p:cViewPr varScale="1">
        <p:scale>
          <a:sx n="196" d="100"/>
          <a:sy n="196" d="100"/>
        </p:scale>
        <p:origin x="1338" y="144"/>
      </p:cViewPr>
      <p:guideLst>
        <p:guide orient="horz" pos="567"/>
        <p:guide orient="horz" pos="201"/>
        <p:guide orient="horz" pos="1042"/>
        <p:guide pos="1009"/>
        <p:guide pos="131"/>
        <p:guide pos="18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1325" y="1241425"/>
            <a:ext cx="597535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2"/>
            <a:ext cx="5486400" cy="3916363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5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1pPr>
    <a:lvl2pPr marL="8372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2pPr>
    <a:lvl3pPr marL="16744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3pPr>
    <a:lvl4pPr marL="25116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4pPr>
    <a:lvl5pPr marL="33489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5pPr>
    <a:lvl6pPr marL="41861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6pPr>
    <a:lvl7pPr marL="50233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7pPr>
    <a:lvl8pPr marL="58605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8pPr>
    <a:lvl9pPr marL="669781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447" y="294620"/>
            <a:ext cx="2402681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447" y="945535"/>
            <a:ext cx="2402681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91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55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77" y="448807"/>
            <a:ext cx="2763083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577" y="1204734"/>
            <a:ext cx="2763083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11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246" y="479227"/>
            <a:ext cx="1361519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1810" y="479227"/>
            <a:ext cx="1361519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33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95846"/>
            <a:ext cx="2763083" cy="347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663" y="441305"/>
            <a:ext cx="135526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663" y="657582"/>
            <a:ext cx="1355262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1810" y="441305"/>
            <a:ext cx="1361937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1810" y="657582"/>
            <a:ext cx="1361937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85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41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94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0015"/>
            <a:ext cx="103323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937" y="259199"/>
            <a:ext cx="1621810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40067"/>
            <a:ext cx="103323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25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120015"/>
            <a:ext cx="1033236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1937" y="259199"/>
            <a:ext cx="1621810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663" y="540067"/>
            <a:ext cx="1033236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0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4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2558" y="95846"/>
            <a:ext cx="690771" cy="15256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246" y="95846"/>
            <a:ext cx="2032268" cy="15256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67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1"/>
            <a:ext cx="3210250" cy="18002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29572" y="30483"/>
            <a:ext cx="3146404" cy="1728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04AE3-A7A5-53DE-4C22-7CB33DB4161D}"/>
              </a:ext>
            </a:extLst>
          </p:cNvPr>
          <p:cNvSpPr txBox="1"/>
          <p:nvPr userDrawn="1"/>
        </p:nvSpPr>
        <p:spPr>
          <a:xfrm>
            <a:off x="2439508" y="1520782"/>
            <a:ext cx="73449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700" b="1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800" b="1" dirty="0"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20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>
          <p15:clr>
            <a:srgbClr val="FBAE40"/>
          </p15:clr>
        </p15:guide>
        <p15:guide id="2" pos="100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1"/>
            <a:ext cx="3210250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65" y="17494"/>
            <a:ext cx="3118567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7613" y="29235"/>
            <a:ext cx="320831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2855230" y="1686921"/>
            <a:ext cx="26321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1"/>
            <a:ext cx="3210250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4965" y="17494"/>
            <a:ext cx="3118567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6055" y="29235"/>
            <a:ext cx="320831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2827979" y="1707219"/>
            <a:ext cx="290465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09" userDrawn="1">
          <p15:clr>
            <a:srgbClr val="FBAE40"/>
          </p15:clr>
        </p15:guide>
        <p15:guide id="3" orient="horz" pos="6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246" y="95846"/>
            <a:ext cx="2763083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246" y="479227"/>
            <a:ext cx="2763083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246" y="1668542"/>
            <a:ext cx="720804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1184" y="1668542"/>
            <a:ext cx="108120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2525" y="1668542"/>
            <a:ext cx="720804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0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790" r:id="rId13"/>
    <p:sldLayoutId id="2147483789" r:id="rId14"/>
  </p:sldLayoutIdLst>
  <p:txStyles>
    <p:titleStyle>
      <a:lvl1pPr algn="l" defTabSz="240030" rtl="0" eaLnBrk="1" latinLnBrk="1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7" userDrawn="1">
          <p15:clr>
            <a:srgbClr val="F26B43"/>
          </p15:clr>
        </p15:guide>
        <p15:guide id="2" pos="100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A5B3-163B-6F07-10F6-516CFF52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26FCE8-5EF0-0DF6-F8B5-C649DC205363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A49BD73-09B6-9576-4A99-AEFE0F7F42C3}"/>
              </a:ext>
            </a:extLst>
          </p:cNvPr>
          <p:cNvGrpSpPr/>
          <p:nvPr/>
        </p:nvGrpSpPr>
        <p:grpSpPr>
          <a:xfrm>
            <a:off x="2298353" y="149770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37758EC-8039-A3EA-24AD-2B5B0B1F6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1386BAC4-C977-A7C2-6D4E-8D1313D44B3B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925A8E91-1465-F155-CE7D-07F92B383DAE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C1BBBB1F-2080-F657-B9D3-EDC41813B5EF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C255AB45-9E19-5135-2840-6E83A0CEA2B5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3E1EF8-8C3B-A192-11B5-BED425D3D79C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D039A7-DA18-313A-AF87-12621352F5CE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EE7C7E-6934-B627-6EC0-48367D0769B1}"/>
                </a:ext>
              </a:extLst>
            </p:cNvPr>
            <p:cNvSpPr txBox="1"/>
            <p:nvPr/>
          </p:nvSpPr>
          <p:spPr>
            <a:xfrm>
              <a:off x="660262" y="451833"/>
              <a:ext cx="1654620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스마트 소통 약속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en-US" altLang="ko-KR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WeValue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Promises)]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2CDF7ED-65DD-B2AB-0D3A-287655765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ACE4F19-6C03-B4A0-12DF-B80E74EF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286C7F5-77BB-B584-5E2E-82705B55B19B}"/>
              </a:ext>
            </a:extLst>
          </p:cNvPr>
          <p:cNvSpPr txBox="1"/>
          <p:nvPr/>
        </p:nvSpPr>
        <p:spPr>
          <a:xfrm>
            <a:off x="82843" y="781989"/>
            <a:ext cx="2592376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식별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첫머리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병실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성함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필수 기재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결정 사항의 </a:t>
            </a: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선제적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알림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(PA ↔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공식 채널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(EMR/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활용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검사 결과 보고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답장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(Reply)]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 필수 활용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대응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메신저 응답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'10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(Rule)'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406374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C560-2A89-718E-69C2-067E6CED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7340C-5BAB-A660-C746-988E54C203E7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CC2092D-47FE-E004-CB8A-64B1B9321CEE}"/>
              </a:ext>
            </a:extLst>
          </p:cNvPr>
          <p:cNvGrpSpPr/>
          <p:nvPr/>
        </p:nvGrpSpPr>
        <p:grpSpPr>
          <a:xfrm>
            <a:off x="2298353" y="149770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D1353C8-EF17-381D-29C2-8AA339F0B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98A575AA-7C3A-64EF-D5B9-EF06EA8CE347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E3F1B362-4BD3-AE19-67E1-49E6B4E64821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0D83545F-EA24-B316-B6AD-E49BB677DCED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0A15FA0F-D622-F591-E3AB-BD1A21BE92D9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4D0B762-02AF-6784-F7A5-C5E081880D44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77305B-6007-A492-C346-1FE19AA78EB8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721AF9-B167-FB4A-7C44-CE13786BEA06}"/>
                </a:ext>
              </a:extLst>
            </p:cNvPr>
            <p:cNvSpPr txBox="1"/>
            <p:nvPr/>
          </p:nvSpPr>
          <p:spPr>
            <a:xfrm>
              <a:off x="660262" y="451833"/>
              <a:ext cx="1654620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스마트 소통 약속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en-US" altLang="ko-KR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WeValue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Promises)]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6819978-DB14-3FDA-53E5-6B25FE933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385AEA96-A161-20C4-23AE-0DBB8789F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0BDDE92-38B9-06BB-82FE-1F8D8E70085D}"/>
              </a:ext>
            </a:extLst>
          </p:cNvPr>
          <p:cNvSpPr txBox="1"/>
          <p:nvPr/>
        </p:nvSpPr>
        <p:spPr>
          <a:xfrm>
            <a:off x="82843" y="781989"/>
            <a:ext cx="2592376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식별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첫머리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병실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성함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필수 기재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결정 사항의 </a:t>
            </a: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선제적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알림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(PA ↔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공식 채널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(EMR/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활용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검사 결과 보고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답장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(Reply)]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 필수 활용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대응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메신저 응답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'10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(Rule)'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3435437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2EC8-194A-8C00-0CA9-07270072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B8C652-C5C5-77B8-99FF-8C1B5938DDC0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C2A831D-C44C-ECDE-295B-4D7EECD506B5}"/>
              </a:ext>
            </a:extLst>
          </p:cNvPr>
          <p:cNvGrpSpPr/>
          <p:nvPr/>
        </p:nvGrpSpPr>
        <p:grpSpPr>
          <a:xfrm>
            <a:off x="2298353" y="149770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AF0A680-A546-C66D-333B-F0383EFF9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241B1B8D-3AAC-7967-5C34-BE1CE0E4E7F1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2EA9A3A1-2936-970C-7A69-55D4FE99E86A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408CF039-E898-D4BA-4817-331156B094C3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74D0F0DB-663F-20B1-9C55-772A4CA03319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88983EB-296F-BBFD-FBA9-91E07EE72348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6AAF09-31FE-26FC-2FB0-B8D02E7AF1F1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A0752C-9789-18EF-5BAA-38C04B086EDB}"/>
                </a:ext>
              </a:extLst>
            </p:cNvPr>
            <p:cNvSpPr txBox="1"/>
            <p:nvPr/>
          </p:nvSpPr>
          <p:spPr>
            <a:xfrm>
              <a:off x="660262" y="451833"/>
              <a:ext cx="1654620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스마트 소통 약속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en-US" altLang="ko-KR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WeValue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Promises)]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A939EB4-0387-B056-7B13-E24AE7132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4CEAAA8-E19B-66C3-DDA1-FAAA8A759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611EB94-5D24-9E99-9D8A-1251B0D8BFBB}"/>
              </a:ext>
            </a:extLst>
          </p:cNvPr>
          <p:cNvSpPr txBox="1"/>
          <p:nvPr/>
        </p:nvSpPr>
        <p:spPr>
          <a:xfrm>
            <a:off x="82843" y="781989"/>
            <a:ext cx="2592376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식별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첫머리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병실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성함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필수 기재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결정 사항의 </a:t>
            </a: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선제적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알림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(PA ↔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공식 채널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(EMR/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활용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검사 결과 보고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답장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(Reply)]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 필수 활용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대응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메신저 응답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'10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(Rule)'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3678952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841A-094F-E21B-4984-7C2AB68E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0BFB71-8789-32EB-AE5E-E28CB8CEA0FE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40C51C-4C75-A81B-C099-33299CC4320F}"/>
              </a:ext>
            </a:extLst>
          </p:cNvPr>
          <p:cNvGrpSpPr/>
          <p:nvPr/>
        </p:nvGrpSpPr>
        <p:grpSpPr>
          <a:xfrm>
            <a:off x="2298353" y="149770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F36B08E-20CB-B44E-F94F-540F03482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C2AC4A5D-664D-CEAE-B259-5F9BE582D143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6A67E2D3-109E-24F5-84A1-DD8BAAFC79E9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E3A8464E-CB96-1232-432A-14CCBBE52BD2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D61CFB78-D286-2268-4506-27A712AA1B3F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E485452-030B-E14C-C794-9B41715C6923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70381D3-A253-48EB-179E-0D280273139A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CA30CC-6CFD-A9A9-F494-2F4ECBCD95E8}"/>
                </a:ext>
              </a:extLst>
            </p:cNvPr>
            <p:cNvSpPr txBox="1"/>
            <p:nvPr/>
          </p:nvSpPr>
          <p:spPr>
            <a:xfrm>
              <a:off x="660262" y="451833"/>
              <a:ext cx="1654620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스마트 소통 약속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en-US" altLang="ko-KR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WeValue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Promises)]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F7CF062-42CC-7B1F-60D3-A32235AD2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0425FA11-1B8B-F61D-8BF8-89C8222F3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E4F2F05-A956-83B3-5532-01A65E8E9609}"/>
              </a:ext>
            </a:extLst>
          </p:cNvPr>
          <p:cNvSpPr txBox="1"/>
          <p:nvPr/>
        </p:nvSpPr>
        <p:spPr>
          <a:xfrm>
            <a:off x="82843" y="781989"/>
            <a:ext cx="2592376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식별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첫머리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병실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성함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필수 기재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결정 사항의 </a:t>
            </a: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선제적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알림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(PA ↔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공식 채널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(EMR/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활용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검사 결과 보고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답장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(Reply)]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 필수 활용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대응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메신저 응답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'10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(Rule)'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193608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38D27-9888-E8B2-933B-58AC118F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E99EED-B91E-04B6-385B-CA72C4DE37FA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219120-78F7-E455-1598-32BF060343A6}"/>
              </a:ext>
            </a:extLst>
          </p:cNvPr>
          <p:cNvGrpSpPr/>
          <p:nvPr/>
        </p:nvGrpSpPr>
        <p:grpSpPr>
          <a:xfrm>
            <a:off x="2298353" y="149770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EC54231-9AFF-0F30-9CE8-C9B0ADE86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734CBA43-E640-F06A-57CB-DACF86AE6E83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BA9E35DA-ADB0-38A2-DDA5-957CB477F630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20EB962B-1EB4-BA2D-BFC5-B6C695D6CFB2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F979FC5C-4874-C745-D27C-90B5E3D80FC2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8146134-793D-3F7A-1873-B178E892AFBB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C5242E-5CA4-6217-1821-01AFC509D42D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4FCF81-594C-31C3-18B3-25B93F3500A1}"/>
                </a:ext>
              </a:extLst>
            </p:cNvPr>
            <p:cNvSpPr txBox="1"/>
            <p:nvPr/>
          </p:nvSpPr>
          <p:spPr>
            <a:xfrm>
              <a:off x="660262" y="451833"/>
              <a:ext cx="1654620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스마트 소통 약속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en-US" altLang="ko-KR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WeValue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Promises)]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8034259-4CDC-550B-0484-8424B1840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8437BAE9-35E6-B8FB-71FB-5C49E1564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838841-41AC-CFC1-D5BD-E34271622934}"/>
              </a:ext>
            </a:extLst>
          </p:cNvPr>
          <p:cNvSpPr txBox="1"/>
          <p:nvPr/>
        </p:nvSpPr>
        <p:spPr>
          <a:xfrm>
            <a:off x="82843" y="781989"/>
            <a:ext cx="2592376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식별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첫머리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병실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성함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필수 기재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결정 사항의 </a:t>
            </a: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선제적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알림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(PA ↔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공식 채널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(EMR/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활용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검사 결과 보고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답장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(Reply)]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 필수 활용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대응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메신저 응답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'10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(Rule)'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326864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6C89A-D6B5-51CF-8CB2-D187420B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D98137-0338-4CA6-6A50-A070AA4D2BC5}"/>
              </a:ext>
            </a:extLst>
          </p:cNvPr>
          <p:cNvSpPr txBox="1"/>
          <p:nvPr/>
        </p:nvSpPr>
        <p:spPr>
          <a:xfrm>
            <a:off x="25241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BEF0CA0-0403-BEFD-777A-E8972AECCADB}"/>
              </a:ext>
            </a:extLst>
          </p:cNvPr>
          <p:cNvGrpSpPr/>
          <p:nvPr/>
        </p:nvGrpSpPr>
        <p:grpSpPr>
          <a:xfrm>
            <a:off x="2298353" y="149770"/>
            <a:ext cx="746131" cy="668940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5B8EB17-8BAA-C2BE-FD82-AE2F9A596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F494371F-7A26-9C08-8A07-93D49DC5A8E7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645ACC24-6AE5-4959-5566-0CBBB70100A5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1DA0A7B9-8209-8B1B-EE43-1AD93BA67554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D795E057-2E13-7630-328A-0BB064DFBF67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EED756D-9CD3-3B29-4674-550E1C8C98DD}"/>
              </a:ext>
            </a:extLst>
          </p:cNvPr>
          <p:cNvGrpSpPr/>
          <p:nvPr/>
        </p:nvGrpSpPr>
        <p:grpSpPr>
          <a:xfrm>
            <a:off x="113069" y="274768"/>
            <a:ext cx="1755833" cy="425416"/>
            <a:chOff x="614240" y="226472"/>
            <a:chExt cx="1755833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64E581-7B5B-1CDC-0A00-E8F5F0F96A78}"/>
                </a:ext>
              </a:extLst>
            </p:cNvPr>
            <p:cNvSpPr txBox="1"/>
            <p:nvPr/>
          </p:nvSpPr>
          <p:spPr>
            <a:xfrm>
              <a:off x="646605" y="226472"/>
              <a:ext cx="168193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b="1" dirty="0" err="1">
                  <a:solidFill>
                    <a:srgbClr val="00B0F0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bg2">
                      <a:lumMod val="1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bg2">
                    <a:lumMod val="1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10CCEB-4FBA-4B4D-7B2F-49134F48AF21}"/>
                </a:ext>
              </a:extLst>
            </p:cNvPr>
            <p:cNvSpPr txBox="1"/>
            <p:nvPr/>
          </p:nvSpPr>
          <p:spPr>
            <a:xfrm>
              <a:off x="660262" y="451833"/>
              <a:ext cx="1654620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스마트 소통 약속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en-US" altLang="ko-KR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WeValue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Promises)]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F2E85FA-B5B4-0204-C020-CEF2963F0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B6092DC-1B2C-E575-FF2C-2EC2A7B80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222659" y="276730"/>
              <a:ext cx="147414" cy="12872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A4A9F9E-6719-4DA0-066E-CFFB141C3E77}"/>
              </a:ext>
            </a:extLst>
          </p:cNvPr>
          <p:cNvSpPr txBox="1"/>
          <p:nvPr/>
        </p:nvSpPr>
        <p:spPr>
          <a:xfrm>
            <a:off x="82843" y="781989"/>
            <a:ext cx="2592376" cy="7903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식별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첫머리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병실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성함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사유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필수 기재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결정 사항의 </a:t>
            </a:r>
            <a:r>
              <a:rPr lang="ko-KR" altLang="en-US" sz="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선제적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알림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(PA ↔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병동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원칙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공식 채널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(EMR/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활용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수술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검사 결과 보고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답장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(Reply)]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기능 필수 활용</a:t>
            </a:r>
          </a:p>
          <a:p>
            <a:pPr marL="88900" indent="-88900">
              <a:lnSpc>
                <a:spcPts val="11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대응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메신저 응답 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'10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 룰</a:t>
            </a:r>
            <a:r>
              <a: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(Rule)' </a:t>
            </a:r>
            <a:r>
              <a:rPr lang="ko-KR" altLang="en-US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549628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3455</TotalTime>
  <Words>468</Words>
  <Application>Microsoft Office PowerPoint</Application>
  <PresentationFormat>사용자 지정</PresentationFormat>
  <Paragraphs>48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맑은 고딕</vt:lpstr>
      <vt:lpstr>KoPub돋움체 Bold</vt:lpstr>
      <vt:lpstr>Franklin Gothic Heavy</vt:lpstr>
      <vt:lpstr>Calibri</vt:lpstr>
      <vt:lpstr>Arial</vt:lpstr>
      <vt:lpstr>Noto Sans KR Black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라희 임</cp:lastModifiedBy>
  <cp:revision>2295</cp:revision>
  <cp:lastPrinted>2026-05-14T09:58:40Z</cp:lastPrinted>
  <dcterms:created xsi:type="dcterms:W3CDTF">2025-05-04T13:56:03Z</dcterms:created>
  <dcterms:modified xsi:type="dcterms:W3CDTF">2026-07-09T08:58:21Z</dcterms:modified>
</cp:coreProperties>
</file>