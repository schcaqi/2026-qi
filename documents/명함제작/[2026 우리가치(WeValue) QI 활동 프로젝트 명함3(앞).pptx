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83" r:id="rId1"/>
  </p:sldMasterIdLst>
  <p:notesMasterIdLst>
    <p:notesMasterId r:id="rId8"/>
  </p:notesMasterIdLst>
  <p:sldIdLst>
    <p:sldId id="270" r:id="rId2"/>
    <p:sldId id="271" r:id="rId3"/>
    <p:sldId id="272" r:id="rId4"/>
    <p:sldId id="273" r:id="rId5"/>
    <p:sldId id="274" r:id="rId6"/>
    <p:sldId id="275" r:id="rId7"/>
  </p:sldIdLst>
  <p:sldSz cx="3203575" cy="1800225"/>
  <p:notesSz cx="6858000" cy="9945688"/>
  <p:embeddedFontLst>
    <p:embeddedFont>
      <p:font typeface="KoPub돋움체 Light" panose="02020603020101020101" pitchFamily="18" charset="-127"/>
      <p:regular r:id="rId9"/>
    </p:embeddedFon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Franklin Gothic Heavy" panose="020B0903020102020204" pitchFamily="34" charset="0"/>
      <p:regular r:id="rId16"/>
      <p:italic r:id="rId17"/>
    </p:embeddedFont>
    <p:embeddedFont>
      <p:font typeface="KoPub돋움체 Bold" panose="02020603020101020101" pitchFamily="18" charset="-127"/>
      <p:regular r:id="rId18"/>
    </p:embeddedFont>
    <p:embeddedFont>
      <p:font typeface="Noto Sans KR Black" panose="020B0200000000000000" pitchFamily="50" charset="-127"/>
      <p:bold r:id="rId19"/>
    </p:embeddedFont>
    <p:embeddedFont>
      <p:font typeface="맑은 고딕" panose="020B0503020000020004" pitchFamily="50" charset="-127"/>
      <p:regular r:id="rId20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343" d="100"/>
          <a:sy n="343" d="100"/>
        </p:scale>
        <p:origin x="1614" y="252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viewProps" Target="viewProp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민 성" userId="cf1f1df607fbac1a" providerId="LiveId" clId="{8A23C339-EF1C-4F94-8085-8ECCBA9E7EE0}"/>
    <pc:docChg chg="addSld delSld modSld">
      <pc:chgData name="민민 성" userId="cf1f1df607fbac1a" providerId="LiveId" clId="{8A23C339-EF1C-4F94-8085-8ECCBA9E7EE0}" dt="2026-07-11T05:39:55.690" v="7"/>
      <pc:docMkLst>
        <pc:docMk/>
      </pc:docMkLst>
      <pc:sldChg chg="modSp mod">
        <pc:chgData name="민민 성" userId="cf1f1df607fbac1a" providerId="LiveId" clId="{8A23C339-EF1C-4F94-8085-8ECCBA9E7EE0}" dt="2026-07-11T05:39:40.260" v="1" actId="404"/>
        <pc:sldMkLst>
          <pc:docMk/>
          <pc:sldMk cId="4063746640" sldId="270"/>
        </pc:sldMkLst>
        <pc:spChg chg="mod">
          <ac:chgData name="민민 성" userId="cf1f1df607fbac1a" providerId="LiveId" clId="{8A23C339-EF1C-4F94-8085-8ECCBA9E7EE0}" dt="2026-07-11T05:39:40.260" v="1" actId="404"/>
          <ac:spMkLst>
            <pc:docMk/>
            <pc:sldMk cId="4063746640" sldId="270"/>
            <ac:spMk id="31" creationId="{8286C7F5-77BB-B584-5E2E-82705B55B19B}"/>
          </ac:spMkLst>
        </pc:spChg>
      </pc:sldChg>
      <pc:sldChg chg="add">
        <pc:chgData name="민민 성" userId="cf1f1df607fbac1a" providerId="LiveId" clId="{8A23C339-EF1C-4F94-8085-8ECCBA9E7EE0}" dt="2026-07-11T05:39:55.042" v="3"/>
        <pc:sldMkLst>
          <pc:docMk/>
          <pc:sldMk cId="2870025244" sldId="271"/>
        </pc:sldMkLst>
      </pc:sldChg>
      <pc:sldChg chg="del">
        <pc:chgData name="민민 성" userId="cf1f1df607fbac1a" providerId="LiveId" clId="{8A23C339-EF1C-4F94-8085-8ECCBA9E7EE0}" dt="2026-07-11T05:39:53.409" v="2" actId="47"/>
        <pc:sldMkLst>
          <pc:docMk/>
          <pc:sldMk cId="3435437932" sldId="271"/>
        </pc:sldMkLst>
      </pc:sldChg>
      <pc:sldChg chg="add">
        <pc:chgData name="민민 성" userId="cf1f1df607fbac1a" providerId="LiveId" clId="{8A23C339-EF1C-4F94-8085-8ECCBA9E7EE0}" dt="2026-07-11T05:39:55.147" v="4"/>
        <pc:sldMkLst>
          <pc:docMk/>
          <pc:sldMk cId="885637962" sldId="272"/>
        </pc:sldMkLst>
      </pc:sldChg>
      <pc:sldChg chg="del">
        <pc:chgData name="민민 성" userId="cf1f1df607fbac1a" providerId="LiveId" clId="{8A23C339-EF1C-4F94-8085-8ECCBA9E7EE0}" dt="2026-07-11T05:39:53.409" v="2" actId="47"/>
        <pc:sldMkLst>
          <pc:docMk/>
          <pc:sldMk cId="3678952818" sldId="272"/>
        </pc:sldMkLst>
      </pc:sldChg>
      <pc:sldChg chg="del">
        <pc:chgData name="민민 성" userId="cf1f1df607fbac1a" providerId="LiveId" clId="{8A23C339-EF1C-4F94-8085-8ECCBA9E7EE0}" dt="2026-07-11T05:39:53.409" v="2" actId="47"/>
        <pc:sldMkLst>
          <pc:docMk/>
          <pc:sldMk cId="1936089100" sldId="273"/>
        </pc:sldMkLst>
      </pc:sldChg>
      <pc:sldChg chg="add">
        <pc:chgData name="민민 성" userId="cf1f1df607fbac1a" providerId="LiveId" clId="{8A23C339-EF1C-4F94-8085-8ECCBA9E7EE0}" dt="2026-07-11T05:39:55.324" v="5"/>
        <pc:sldMkLst>
          <pc:docMk/>
          <pc:sldMk cId="3905268026" sldId="273"/>
        </pc:sldMkLst>
      </pc:sldChg>
      <pc:sldChg chg="del">
        <pc:chgData name="민민 성" userId="cf1f1df607fbac1a" providerId="LiveId" clId="{8A23C339-EF1C-4F94-8085-8ECCBA9E7EE0}" dt="2026-07-11T05:39:53.409" v="2" actId="47"/>
        <pc:sldMkLst>
          <pc:docMk/>
          <pc:sldMk cId="3268644569" sldId="274"/>
        </pc:sldMkLst>
      </pc:sldChg>
      <pc:sldChg chg="add">
        <pc:chgData name="민민 성" userId="cf1f1df607fbac1a" providerId="LiveId" clId="{8A23C339-EF1C-4F94-8085-8ECCBA9E7EE0}" dt="2026-07-11T05:39:55.502" v="6"/>
        <pc:sldMkLst>
          <pc:docMk/>
          <pc:sldMk cId="3869668911" sldId="274"/>
        </pc:sldMkLst>
      </pc:sldChg>
      <pc:sldChg chg="del">
        <pc:chgData name="민민 성" userId="cf1f1df607fbac1a" providerId="LiveId" clId="{8A23C339-EF1C-4F94-8085-8ECCBA9E7EE0}" dt="2026-07-11T05:39:53.409" v="2" actId="47"/>
        <pc:sldMkLst>
          <pc:docMk/>
          <pc:sldMk cId="549628975" sldId="275"/>
        </pc:sldMkLst>
      </pc:sldChg>
      <pc:sldChg chg="add">
        <pc:chgData name="민민 성" userId="cf1f1df607fbac1a" providerId="LiveId" clId="{8A23C339-EF1C-4F94-8085-8ECCBA9E7EE0}" dt="2026-07-11T05:39:55.690" v="7"/>
        <pc:sldMkLst>
          <pc:docMk/>
          <pc:sldMk cId="4143365377" sldId="27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11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552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11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33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85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415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941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254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0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44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679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572" y="30483"/>
            <a:ext cx="3146404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04AE3-A7A5-53DE-4C22-7CB33DB4161D}"/>
              </a:ext>
            </a:extLst>
          </p:cNvPr>
          <p:cNvSpPr txBox="1"/>
          <p:nvPr userDrawn="1"/>
        </p:nvSpPr>
        <p:spPr>
          <a:xfrm>
            <a:off x="2439508" y="1520782"/>
            <a:ext cx="7344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207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104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298353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82843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4063746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298353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82843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2870025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298353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82843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885637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298353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82843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3905268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298353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82843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3869668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A5B3-163B-6F07-10F6-516CFF52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26FCE8-5EF0-0DF6-F8B5-C649DC205363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A49BD73-09B6-9576-4A99-AEFE0F7F42C3}"/>
              </a:ext>
            </a:extLst>
          </p:cNvPr>
          <p:cNvGrpSpPr/>
          <p:nvPr/>
        </p:nvGrpSpPr>
        <p:grpSpPr>
          <a:xfrm>
            <a:off x="2298353" y="149770"/>
            <a:ext cx="746131" cy="668940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37758EC-8039-A3EA-24AD-2B5B0B1F6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386BAC4-C977-A7C2-6D4E-8D1313D44B3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5A8E91-1465-F155-CE7D-07F92B383DA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C1BBBB1F-2080-F657-B9D3-EDC41813B5EF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55AB45-9E19-5135-2840-6E83A0CEA2B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C3E1EF8-8C3B-A192-11B5-BED425D3D79C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D039A7-DA18-313A-AF87-12621352F5CE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EE7C7E-6934-B627-6EC0-48367D0769B1}"/>
                </a:ext>
              </a:extLst>
            </p:cNvPr>
            <p:cNvSpPr txBox="1"/>
            <p:nvPr/>
          </p:nvSpPr>
          <p:spPr>
            <a:xfrm>
              <a:off x="660262" y="451833"/>
              <a:ext cx="1654620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스마트 소통 약속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</a:t>
              </a:r>
              <a:r>
                <a:rPr lang="en-US" altLang="ko-KR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WeValue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Promises)]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2CDF7ED-65DD-B2AB-0D3A-287655765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ACE4F19-6C03-B4A0-12DF-B80E74EF2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8286C7F5-77BB-B584-5E2E-82705B55B19B}"/>
              </a:ext>
            </a:extLst>
          </p:cNvPr>
          <p:cNvSpPr txBox="1"/>
          <p:nvPr/>
        </p:nvSpPr>
        <p:spPr>
          <a:xfrm>
            <a:off x="82843" y="781989"/>
            <a:ext cx="2258952" cy="786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첫머리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병실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필수 기재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 사항의 </a:t>
            </a:r>
            <a:r>
              <a:rPr lang="ko-KR" altLang="en-US" sz="7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선제적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알림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(PA ↔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원칙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공식 채널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(EMR/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유선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활용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결과 보고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(Reply)]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필수 활용</a:t>
            </a:r>
          </a:p>
          <a:p>
            <a:pPr marL="88900" indent="-88900">
              <a:lnSpc>
                <a:spcPts val="1100"/>
              </a:lnSpc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대응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메신저 응답 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'10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룰</a:t>
            </a:r>
            <a:r>
              <a:rPr lang="en-US" altLang="ko-KR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(Rule)' </a:t>
            </a:r>
            <a:r>
              <a:rPr lang="ko-KR" altLang="en-US" sz="7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</p:txBody>
      </p:sp>
    </p:spTree>
    <p:extLst>
      <p:ext uri="{BB962C8B-B14F-4D97-AF65-F5344CB8AC3E}">
        <p14:creationId xmlns:p14="http://schemas.microsoft.com/office/powerpoint/2010/main" val="4143365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3455</TotalTime>
  <Words>468</Words>
  <Application>Microsoft Office PowerPoint</Application>
  <PresentationFormat>사용자 지정</PresentationFormat>
  <Paragraphs>48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5" baseType="lpstr">
      <vt:lpstr>Calibri</vt:lpstr>
      <vt:lpstr>Calibri Light</vt:lpstr>
      <vt:lpstr>Noto Sans KR Black</vt:lpstr>
      <vt:lpstr>KoPub돋움체 Light</vt:lpstr>
      <vt:lpstr>Franklin Gothic Heavy</vt:lpstr>
      <vt:lpstr>맑은 고딕</vt:lpstr>
      <vt:lpstr>KoPub돋움체 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민민 성</cp:lastModifiedBy>
  <cp:revision>2295</cp:revision>
  <cp:lastPrinted>2026-05-14T09:58:40Z</cp:lastPrinted>
  <dcterms:created xsi:type="dcterms:W3CDTF">2025-05-04T13:56:03Z</dcterms:created>
  <dcterms:modified xsi:type="dcterms:W3CDTF">2026-07-11T05:40:01Z</dcterms:modified>
</cp:coreProperties>
</file>