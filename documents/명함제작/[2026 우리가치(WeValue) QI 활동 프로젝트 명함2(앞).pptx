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3" r:id="rId1"/>
  </p:sldMasterIdLst>
  <p:notesMasterIdLst>
    <p:notesMasterId r:id="rId8"/>
  </p:notesMasterIdLst>
  <p:sldIdLst>
    <p:sldId id="262" r:id="rId2"/>
    <p:sldId id="263" r:id="rId3"/>
    <p:sldId id="264" r:id="rId4"/>
    <p:sldId id="265" r:id="rId5"/>
    <p:sldId id="266" r:id="rId6"/>
    <p:sldId id="267" r:id="rId7"/>
  </p:sldIdLst>
  <p:sldSz cx="3200400" cy="1800225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08" userDrawn="1">
          <p15:clr>
            <a:srgbClr val="A4A3A4"/>
          </p15:clr>
        </p15:guide>
        <p15:guide id="9" pos="131" userDrawn="1">
          <p15:clr>
            <a:srgbClr val="A4A3A4"/>
          </p15:clr>
        </p15:guide>
        <p15:guide id="10" pos="1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58400"/>
    <a:srgbClr val="E2CFF1"/>
    <a:srgbClr val="CC00FF"/>
    <a:srgbClr val="006E99"/>
    <a:srgbClr val="009BD6"/>
    <a:srgbClr val="1E5691"/>
    <a:srgbClr val="DDF6FF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1" autoAdjust="0"/>
    <p:restoredTop sz="97430" autoAdjust="0"/>
  </p:normalViewPr>
  <p:slideViewPr>
    <p:cSldViewPr snapToGrid="0">
      <p:cViewPr varScale="1">
        <p:scale>
          <a:sx n="400" d="100"/>
          <a:sy n="400" d="100"/>
        </p:scale>
        <p:origin x="3042" y="1200"/>
      </p:cViewPr>
      <p:guideLst>
        <p:guide orient="horz" pos="567"/>
        <p:guide orient="horz" pos="201"/>
        <p:guide orient="horz" pos="1042"/>
        <p:guide pos="1008"/>
        <p:guide pos="131"/>
        <p:guide pos="18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1425"/>
            <a:ext cx="59690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1" y="294622"/>
            <a:ext cx="24003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1" y="945535"/>
            <a:ext cx="2400300" cy="434638"/>
          </a:xfrm>
        </p:spPr>
        <p:txBody>
          <a:bodyPr/>
          <a:lstStyle>
            <a:lvl1pPr marL="0" indent="0" algn="ctr">
              <a:buNone/>
              <a:defRPr sz="629"/>
            </a:lvl1pPr>
            <a:lvl2pPr marL="120012" indent="0" algn="ctr">
              <a:buNone/>
              <a:defRPr sz="525"/>
            </a:lvl2pPr>
            <a:lvl3pPr marL="240025" indent="0" algn="ctr">
              <a:buNone/>
              <a:defRPr sz="472"/>
            </a:lvl3pPr>
            <a:lvl4pPr marL="360036" indent="0" algn="ctr">
              <a:buNone/>
              <a:defRPr sz="420"/>
            </a:lvl4pPr>
            <a:lvl5pPr marL="480048" indent="0" algn="ctr">
              <a:buNone/>
              <a:defRPr sz="420"/>
            </a:lvl5pPr>
            <a:lvl6pPr marL="600060" indent="0" algn="ctr">
              <a:buNone/>
              <a:defRPr sz="420"/>
            </a:lvl6pPr>
            <a:lvl7pPr marL="720073" indent="0" algn="ctr">
              <a:buNone/>
              <a:defRPr sz="420"/>
            </a:lvl7pPr>
            <a:lvl8pPr marL="840084" indent="0" algn="ctr">
              <a:buNone/>
              <a:defRPr sz="420"/>
            </a:lvl8pPr>
            <a:lvl9pPr marL="960096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5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79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2" y="448809"/>
            <a:ext cx="276034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2" y="1204736"/>
            <a:ext cx="2760345" cy="393799"/>
          </a:xfrm>
        </p:spPr>
        <p:txBody>
          <a:bodyPr/>
          <a:lstStyle>
            <a:lvl1pPr marL="0" indent="0">
              <a:buNone/>
              <a:defRPr sz="629">
                <a:solidFill>
                  <a:schemeClr val="tx1">
                    <a:tint val="75000"/>
                  </a:schemeClr>
                </a:solidFill>
              </a:defRPr>
            </a:lvl1pPr>
            <a:lvl2pPr marL="120012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2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36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48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73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084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096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38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79227"/>
            <a:ext cx="1360171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79227"/>
            <a:ext cx="1360171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5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95846"/>
            <a:ext cx="2760345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6" y="441307"/>
            <a:ext cx="1353919" cy="216277"/>
          </a:xfrm>
        </p:spPr>
        <p:txBody>
          <a:bodyPr anchor="b"/>
          <a:lstStyle>
            <a:lvl1pPr marL="0" indent="0">
              <a:buNone/>
              <a:defRPr sz="629" b="1"/>
            </a:lvl1pPr>
            <a:lvl2pPr marL="120012" indent="0">
              <a:buNone/>
              <a:defRPr sz="525" b="1"/>
            </a:lvl2pPr>
            <a:lvl3pPr marL="240025" indent="0">
              <a:buNone/>
              <a:defRPr sz="472" b="1"/>
            </a:lvl3pPr>
            <a:lvl4pPr marL="360036" indent="0">
              <a:buNone/>
              <a:defRPr sz="420" b="1"/>
            </a:lvl4pPr>
            <a:lvl5pPr marL="480048" indent="0">
              <a:buNone/>
              <a:defRPr sz="420" b="1"/>
            </a:lvl5pPr>
            <a:lvl6pPr marL="600060" indent="0">
              <a:buNone/>
              <a:defRPr sz="420" b="1"/>
            </a:lvl6pPr>
            <a:lvl7pPr marL="720073" indent="0">
              <a:buNone/>
              <a:defRPr sz="420" b="1"/>
            </a:lvl7pPr>
            <a:lvl8pPr marL="840084" indent="0">
              <a:buNone/>
              <a:defRPr sz="420" b="1"/>
            </a:lvl8pPr>
            <a:lvl9pPr marL="960096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6" y="657582"/>
            <a:ext cx="1353919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441307"/>
            <a:ext cx="1360587" cy="216277"/>
          </a:xfrm>
        </p:spPr>
        <p:txBody>
          <a:bodyPr anchor="b"/>
          <a:lstStyle>
            <a:lvl1pPr marL="0" indent="0">
              <a:buNone/>
              <a:defRPr sz="629" b="1"/>
            </a:lvl1pPr>
            <a:lvl2pPr marL="120012" indent="0">
              <a:buNone/>
              <a:defRPr sz="525" b="1"/>
            </a:lvl2pPr>
            <a:lvl3pPr marL="240025" indent="0">
              <a:buNone/>
              <a:defRPr sz="472" b="1"/>
            </a:lvl3pPr>
            <a:lvl4pPr marL="360036" indent="0">
              <a:buNone/>
              <a:defRPr sz="420" b="1"/>
            </a:lvl4pPr>
            <a:lvl5pPr marL="480048" indent="0">
              <a:buNone/>
              <a:defRPr sz="420" b="1"/>
            </a:lvl5pPr>
            <a:lvl6pPr marL="600060" indent="0">
              <a:buNone/>
              <a:defRPr sz="420" b="1"/>
            </a:lvl6pPr>
            <a:lvl7pPr marL="720073" indent="0">
              <a:buNone/>
              <a:defRPr sz="420" b="1"/>
            </a:lvl7pPr>
            <a:lvl8pPr marL="840084" indent="0">
              <a:buNone/>
              <a:defRPr sz="420" b="1"/>
            </a:lvl8pPr>
            <a:lvl9pPr marL="960096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657582"/>
            <a:ext cx="1360587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27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36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9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6" y="120017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8" y="259201"/>
            <a:ext cx="162020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29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6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2" indent="0">
              <a:buNone/>
              <a:defRPr sz="368"/>
            </a:lvl2pPr>
            <a:lvl3pPr marL="240025" indent="0">
              <a:buNone/>
              <a:defRPr sz="315"/>
            </a:lvl3pPr>
            <a:lvl4pPr marL="360036" indent="0">
              <a:buNone/>
              <a:defRPr sz="263"/>
            </a:lvl4pPr>
            <a:lvl5pPr marL="480048" indent="0">
              <a:buNone/>
              <a:defRPr sz="263"/>
            </a:lvl5pPr>
            <a:lvl6pPr marL="600060" indent="0">
              <a:buNone/>
              <a:defRPr sz="263"/>
            </a:lvl6pPr>
            <a:lvl7pPr marL="720073" indent="0">
              <a:buNone/>
              <a:defRPr sz="263"/>
            </a:lvl7pPr>
            <a:lvl8pPr marL="840084" indent="0">
              <a:buNone/>
              <a:defRPr sz="263"/>
            </a:lvl8pPr>
            <a:lvl9pPr marL="960096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3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6" y="120017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8" y="259201"/>
            <a:ext cx="162020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2" indent="0">
              <a:buNone/>
              <a:defRPr sz="735"/>
            </a:lvl2pPr>
            <a:lvl3pPr marL="240025" indent="0">
              <a:buNone/>
              <a:defRPr sz="629"/>
            </a:lvl3pPr>
            <a:lvl4pPr marL="360036" indent="0">
              <a:buNone/>
              <a:defRPr sz="525"/>
            </a:lvl4pPr>
            <a:lvl5pPr marL="480048" indent="0">
              <a:buNone/>
              <a:defRPr sz="525"/>
            </a:lvl5pPr>
            <a:lvl6pPr marL="600060" indent="0">
              <a:buNone/>
              <a:defRPr sz="525"/>
            </a:lvl6pPr>
            <a:lvl7pPr marL="720073" indent="0">
              <a:buNone/>
              <a:defRPr sz="525"/>
            </a:lvl7pPr>
            <a:lvl8pPr marL="840084" indent="0">
              <a:buNone/>
              <a:defRPr sz="525"/>
            </a:lvl8pPr>
            <a:lvl9pPr marL="960096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6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2" indent="0">
              <a:buNone/>
              <a:defRPr sz="368"/>
            </a:lvl2pPr>
            <a:lvl3pPr marL="240025" indent="0">
              <a:buNone/>
              <a:defRPr sz="315"/>
            </a:lvl3pPr>
            <a:lvl4pPr marL="360036" indent="0">
              <a:buNone/>
              <a:defRPr sz="263"/>
            </a:lvl4pPr>
            <a:lvl5pPr marL="480048" indent="0">
              <a:buNone/>
              <a:defRPr sz="263"/>
            </a:lvl5pPr>
            <a:lvl6pPr marL="600060" indent="0">
              <a:buNone/>
              <a:defRPr sz="263"/>
            </a:lvl6pPr>
            <a:lvl7pPr marL="720073" indent="0">
              <a:buNone/>
              <a:defRPr sz="263"/>
            </a:lvl7pPr>
            <a:lvl8pPr marL="840084" indent="0">
              <a:buNone/>
              <a:defRPr sz="263"/>
            </a:lvl8pPr>
            <a:lvl9pPr marL="960096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13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60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5848"/>
            <a:ext cx="690087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5848"/>
            <a:ext cx="2030255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570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544" y="30485"/>
            <a:ext cx="3143285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6640" y="81588"/>
            <a:ext cx="358715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2072572" y="1569908"/>
            <a:ext cx="11278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9115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3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4842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29701" y="1686924"/>
            <a:ext cx="285655" cy="133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33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3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3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3286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796038" y="1707219"/>
            <a:ext cx="319318" cy="112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3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3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9" y="95846"/>
            <a:ext cx="276034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9" y="479227"/>
            <a:ext cx="276034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68544"/>
            <a:ext cx="72009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4" y="1668544"/>
            <a:ext cx="108013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68544"/>
            <a:ext cx="72009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9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790" r:id="rId13"/>
    <p:sldLayoutId id="2147483789" r:id="rId14"/>
  </p:sldLayoutIdLst>
  <p:txStyles>
    <p:titleStyle>
      <a:lvl1pPr algn="l" defTabSz="240025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6" indent="-60006" algn="l" defTabSz="240025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18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29" kern="1200">
          <a:solidFill>
            <a:schemeClr val="tx1"/>
          </a:solidFill>
          <a:latin typeface="+mn-lt"/>
          <a:ea typeface="+mn-ea"/>
          <a:cs typeface="+mn-cs"/>
        </a:defRPr>
      </a:lvl2pPr>
      <a:lvl3pPr marL="300031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43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54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66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79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091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02" indent="-60006" algn="l" defTabSz="240025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2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25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36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48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60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73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084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096" algn="l" defTabSz="240025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18197" y="324615"/>
            <a:ext cx="2291713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18197" y="745559"/>
            <a:ext cx="2291713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84929" y="324615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41931" y="54250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35575" y="415757"/>
            <a:ext cx="2627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84929" y="745557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807175" y="718078"/>
            <a:ext cx="2321879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65477" y="1408813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27333" y="366664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04891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6589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EA2B6CD-6F59-45DE-B26A-1E44DF2411D7}"/>
              </a:ext>
            </a:extLst>
          </p:cNvPr>
          <p:cNvSpPr/>
          <p:nvPr/>
        </p:nvSpPr>
        <p:spPr>
          <a:xfrm>
            <a:off x="582615" y="1454947"/>
            <a:ext cx="104775" cy="10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475DBC3-BF9A-42B4-81E3-C8A239B20A22}"/>
              </a:ext>
            </a:extLst>
          </p:cNvPr>
          <p:cNvSpPr/>
          <p:nvPr/>
        </p:nvSpPr>
        <p:spPr>
          <a:xfrm>
            <a:off x="1273177" y="1454947"/>
            <a:ext cx="104775" cy="104775"/>
          </a:xfrm>
          <a:prstGeom prst="ellipse">
            <a:avLst/>
          </a:prstGeom>
          <a:solidFill>
            <a:srgbClr val="F5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F6DEC5-5BD9-4B7E-BF5B-F8104B5E3033}"/>
              </a:ext>
            </a:extLst>
          </p:cNvPr>
          <p:cNvSpPr/>
          <p:nvPr/>
        </p:nvSpPr>
        <p:spPr>
          <a:xfrm>
            <a:off x="1963740" y="1454947"/>
            <a:ext cx="104775" cy="104775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611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18197" y="324615"/>
            <a:ext cx="2291713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18197" y="745559"/>
            <a:ext cx="2291713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84929" y="324615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41931" y="54250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35575" y="415757"/>
            <a:ext cx="2627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84929" y="745557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807175" y="718078"/>
            <a:ext cx="2321879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65477" y="1408813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27333" y="366664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04891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6589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EA2B6CD-6F59-45DE-B26A-1E44DF2411D7}"/>
              </a:ext>
            </a:extLst>
          </p:cNvPr>
          <p:cNvSpPr/>
          <p:nvPr/>
        </p:nvSpPr>
        <p:spPr>
          <a:xfrm>
            <a:off x="582615" y="1454947"/>
            <a:ext cx="104775" cy="10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475DBC3-BF9A-42B4-81E3-C8A239B20A22}"/>
              </a:ext>
            </a:extLst>
          </p:cNvPr>
          <p:cNvSpPr/>
          <p:nvPr/>
        </p:nvSpPr>
        <p:spPr>
          <a:xfrm>
            <a:off x="1273177" y="1454947"/>
            <a:ext cx="104775" cy="104775"/>
          </a:xfrm>
          <a:prstGeom prst="ellipse">
            <a:avLst/>
          </a:prstGeom>
          <a:solidFill>
            <a:srgbClr val="F5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F6DEC5-5BD9-4B7E-BF5B-F8104B5E3033}"/>
              </a:ext>
            </a:extLst>
          </p:cNvPr>
          <p:cNvSpPr/>
          <p:nvPr/>
        </p:nvSpPr>
        <p:spPr>
          <a:xfrm>
            <a:off x="1963740" y="1454947"/>
            <a:ext cx="104775" cy="104775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5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18197" y="324615"/>
            <a:ext cx="2291713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18197" y="745559"/>
            <a:ext cx="2291713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84929" y="324615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41931" y="54250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35575" y="415757"/>
            <a:ext cx="2627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84929" y="745557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807175" y="718078"/>
            <a:ext cx="2321879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65477" y="1408813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27333" y="366664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04891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6589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EA2B6CD-6F59-45DE-B26A-1E44DF2411D7}"/>
              </a:ext>
            </a:extLst>
          </p:cNvPr>
          <p:cNvSpPr/>
          <p:nvPr/>
        </p:nvSpPr>
        <p:spPr>
          <a:xfrm>
            <a:off x="582615" y="1454947"/>
            <a:ext cx="104775" cy="10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475DBC3-BF9A-42B4-81E3-C8A239B20A22}"/>
              </a:ext>
            </a:extLst>
          </p:cNvPr>
          <p:cNvSpPr/>
          <p:nvPr/>
        </p:nvSpPr>
        <p:spPr>
          <a:xfrm>
            <a:off x="1273177" y="1454947"/>
            <a:ext cx="104775" cy="104775"/>
          </a:xfrm>
          <a:prstGeom prst="ellipse">
            <a:avLst/>
          </a:prstGeom>
          <a:solidFill>
            <a:srgbClr val="F5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F6DEC5-5BD9-4B7E-BF5B-F8104B5E3033}"/>
              </a:ext>
            </a:extLst>
          </p:cNvPr>
          <p:cNvSpPr/>
          <p:nvPr/>
        </p:nvSpPr>
        <p:spPr>
          <a:xfrm>
            <a:off x="1963740" y="1454947"/>
            <a:ext cx="104775" cy="104775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8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18197" y="324615"/>
            <a:ext cx="2291713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18197" y="745559"/>
            <a:ext cx="2291713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84929" y="324615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41931" y="54250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35575" y="415757"/>
            <a:ext cx="2627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84929" y="745557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807175" y="718078"/>
            <a:ext cx="2321879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65477" y="1408813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27333" y="366664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04891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6589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EA2B6CD-6F59-45DE-B26A-1E44DF2411D7}"/>
              </a:ext>
            </a:extLst>
          </p:cNvPr>
          <p:cNvSpPr/>
          <p:nvPr/>
        </p:nvSpPr>
        <p:spPr>
          <a:xfrm>
            <a:off x="582615" y="1454947"/>
            <a:ext cx="104775" cy="10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475DBC3-BF9A-42B4-81E3-C8A239B20A22}"/>
              </a:ext>
            </a:extLst>
          </p:cNvPr>
          <p:cNvSpPr/>
          <p:nvPr/>
        </p:nvSpPr>
        <p:spPr>
          <a:xfrm>
            <a:off x="1273177" y="1454947"/>
            <a:ext cx="104775" cy="104775"/>
          </a:xfrm>
          <a:prstGeom prst="ellipse">
            <a:avLst/>
          </a:prstGeom>
          <a:solidFill>
            <a:srgbClr val="F5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F6DEC5-5BD9-4B7E-BF5B-F8104B5E3033}"/>
              </a:ext>
            </a:extLst>
          </p:cNvPr>
          <p:cNvSpPr/>
          <p:nvPr/>
        </p:nvSpPr>
        <p:spPr>
          <a:xfrm>
            <a:off x="1963740" y="1454947"/>
            <a:ext cx="104775" cy="104775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33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18197" y="324615"/>
            <a:ext cx="2291713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18197" y="745559"/>
            <a:ext cx="2291713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84929" y="324615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41931" y="54250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35575" y="415757"/>
            <a:ext cx="2627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84929" y="745557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807175" y="718078"/>
            <a:ext cx="2321879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65477" y="1408813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27333" y="366664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04891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6589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EA2B6CD-6F59-45DE-B26A-1E44DF2411D7}"/>
              </a:ext>
            </a:extLst>
          </p:cNvPr>
          <p:cNvSpPr/>
          <p:nvPr/>
        </p:nvSpPr>
        <p:spPr>
          <a:xfrm>
            <a:off x="582615" y="1454947"/>
            <a:ext cx="104775" cy="10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475DBC3-BF9A-42B4-81E3-C8A239B20A22}"/>
              </a:ext>
            </a:extLst>
          </p:cNvPr>
          <p:cNvSpPr/>
          <p:nvPr/>
        </p:nvSpPr>
        <p:spPr>
          <a:xfrm>
            <a:off x="1273177" y="1454947"/>
            <a:ext cx="104775" cy="104775"/>
          </a:xfrm>
          <a:prstGeom prst="ellipse">
            <a:avLst/>
          </a:prstGeom>
          <a:solidFill>
            <a:srgbClr val="F5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F6DEC5-5BD9-4B7E-BF5B-F8104B5E3033}"/>
              </a:ext>
            </a:extLst>
          </p:cNvPr>
          <p:cNvSpPr/>
          <p:nvPr/>
        </p:nvSpPr>
        <p:spPr>
          <a:xfrm>
            <a:off x="1963740" y="1454947"/>
            <a:ext cx="104775" cy="104775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40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18197" y="324615"/>
            <a:ext cx="2291713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18197" y="745559"/>
            <a:ext cx="2291713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84929" y="324615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41931" y="54250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35575" y="415757"/>
            <a:ext cx="2627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84929" y="745557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807175" y="718078"/>
            <a:ext cx="2321879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65477" y="1408813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27333" y="366664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04891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6589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EA2B6CD-6F59-45DE-B26A-1E44DF2411D7}"/>
              </a:ext>
            </a:extLst>
          </p:cNvPr>
          <p:cNvSpPr/>
          <p:nvPr/>
        </p:nvSpPr>
        <p:spPr>
          <a:xfrm>
            <a:off x="582615" y="1454947"/>
            <a:ext cx="104775" cy="10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475DBC3-BF9A-42B4-81E3-C8A239B20A22}"/>
              </a:ext>
            </a:extLst>
          </p:cNvPr>
          <p:cNvSpPr/>
          <p:nvPr/>
        </p:nvSpPr>
        <p:spPr>
          <a:xfrm>
            <a:off x="1273177" y="1454947"/>
            <a:ext cx="104775" cy="104775"/>
          </a:xfrm>
          <a:prstGeom prst="ellipse">
            <a:avLst/>
          </a:prstGeom>
          <a:solidFill>
            <a:srgbClr val="F5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F6DEC5-5BD9-4B7E-BF5B-F8104B5E3033}"/>
              </a:ext>
            </a:extLst>
          </p:cNvPr>
          <p:cNvSpPr/>
          <p:nvPr/>
        </p:nvSpPr>
        <p:spPr>
          <a:xfrm>
            <a:off x="1963740" y="1454947"/>
            <a:ext cx="104775" cy="104775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01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3382</TotalTime>
  <Words>534</Words>
  <Application>Microsoft Office PowerPoint</Application>
  <PresentationFormat>사용자 지정</PresentationFormat>
  <Paragraphs>54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rahee</cp:lastModifiedBy>
  <cp:revision>2289</cp:revision>
  <cp:lastPrinted>2026-03-02T14:34:17Z</cp:lastPrinted>
  <dcterms:created xsi:type="dcterms:W3CDTF">2025-05-04T13:56:03Z</dcterms:created>
  <dcterms:modified xsi:type="dcterms:W3CDTF">2026-03-14T15:16:21Z</dcterms:modified>
</cp:coreProperties>
</file>