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909" r:id="rId1"/>
  </p:sldMasterIdLst>
  <p:notesMasterIdLst>
    <p:notesMasterId r:id="rId8"/>
  </p:notesMasterIdLst>
  <p:sldIdLst>
    <p:sldId id="262" r:id="rId2"/>
    <p:sldId id="263" r:id="rId3"/>
    <p:sldId id="264" r:id="rId4"/>
    <p:sldId id="265" r:id="rId5"/>
    <p:sldId id="266" r:id="rId6"/>
    <p:sldId id="267" r:id="rId7"/>
  </p:sldIdLst>
  <p:sldSz cx="3200400" cy="1800225"/>
  <p:notesSz cx="6858000" cy="9945688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5" orient="horz" pos="567" userDrawn="1">
          <p15:clr>
            <a:srgbClr val="A4A3A4"/>
          </p15:clr>
        </p15:guide>
        <p15:guide id="6" orient="horz" pos="201" userDrawn="1">
          <p15:clr>
            <a:srgbClr val="A4A3A4"/>
          </p15:clr>
        </p15:guide>
        <p15:guide id="7" orient="horz" pos="1042" userDrawn="1">
          <p15:clr>
            <a:srgbClr val="A4A3A4"/>
          </p15:clr>
        </p15:guide>
        <p15:guide id="8" pos="1008" userDrawn="1">
          <p15:clr>
            <a:srgbClr val="A4A3A4"/>
          </p15:clr>
        </p15:guide>
        <p15:guide id="9" pos="131" userDrawn="1">
          <p15:clr>
            <a:srgbClr val="A4A3A4"/>
          </p15:clr>
        </p15:guide>
        <p15:guide id="10" pos="1887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CC00"/>
    <a:srgbClr val="F58400"/>
    <a:srgbClr val="E2CFF1"/>
    <a:srgbClr val="CC00FF"/>
    <a:srgbClr val="006E99"/>
    <a:srgbClr val="009BD6"/>
    <a:srgbClr val="1E5691"/>
    <a:srgbClr val="DDF6FF"/>
    <a:srgbClr val="FF3300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8EC20E35-A176-4012-BC5E-935CFFF8708E}" styleName="보통 스타일 3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0660B408-B3CF-4A94-85FC-2B1E0A45F4A2}" styleName="어두운 스타일 2 - 강조 1/강조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  <a:tblStyle styleId="{616DA210-FB5B-4158-B5E0-FEB733F419BA}" styleName="밝은 스타일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5951" autoAdjust="0"/>
    <p:restoredTop sz="97430" autoAdjust="0"/>
  </p:normalViewPr>
  <p:slideViewPr>
    <p:cSldViewPr snapToGrid="0">
      <p:cViewPr varScale="1">
        <p:scale>
          <a:sx n="345" d="100"/>
          <a:sy n="345" d="100"/>
        </p:scale>
        <p:origin x="1236" y="252"/>
      </p:cViewPr>
      <p:guideLst>
        <p:guide orient="horz" pos="567"/>
        <p:guide orient="horz" pos="201"/>
        <p:guide orient="horz" pos="1042"/>
        <p:guide pos="1008"/>
        <p:guide pos="131"/>
        <p:guide pos="1887"/>
      </p:guideLst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3" y="2"/>
            <a:ext cx="2971800" cy="498476"/>
          </a:xfrm>
          <a:prstGeom prst="rect">
            <a:avLst/>
          </a:prstGeom>
        </p:spPr>
        <p:txBody>
          <a:bodyPr vert="horz" lIns="91405" tIns="45703" rIns="91405" bIns="45703" rtlCol="0"/>
          <a:lstStyle>
            <a:lvl1pPr algn="l">
              <a:defRPr sz="13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8" y="2"/>
            <a:ext cx="2971800" cy="498476"/>
          </a:xfrm>
          <a:prstGeom prst="rect">
            <a:avLst/>
          </a:prstGeom>
        </p:spPr>
        <p:txBody>
          <a:bodyPr vert="horz" lIns="91405" tIns="45703" rIns="91405" bIns="45703" rtlCol="0"/>
          <a:lstStyle>
            <a:lvl1pPr algn="r">
              <a:defRPr sz="1300"/>
            </a:lvl1pPr>
          </a:lstStyle>
          <a:p>
            <a:fld id="{F929F65E-AEE7-45C5-814B-4468CAF1E537}" type="datetimeFigureOut">
              <a:rPr lang="ko-KR" altLang="en-US" smtClean="0"/>
              <a:t>2026-04-09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442913" y="1241425"/>
            <a:ext cx="5972175" cy="335915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05" tIns="45703" rIns="91405" bIns="45703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786312"/>
            <a:ext cx="5486400" cy="3916363"/>
          </a:xfrm>
          <a:prstGeom prst="rect">
            <a:avLst/>
          </a:prstGeom>
        </p:spPr>
        <p:txBody>
          <a:bodyPr vert="horz" lIns="91405" tIns="45703" rIns="91405" bIns="45703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3" y="9447215"/>
            <a:ext cx="2971800" cy="498476"/>
          </a:xfrm>
          <a:prstGeom prst="rect">
            <a:avLst/>
          </a:prstGeom>
        </p:spPr>
        <p:txBody>
          <a:bodyPr vert="horz" lIns="91405" tIns="45703" rIns="91405" bIns="45703" rtlCol="0" anchor="b"/>
          <a:lstStyle>
            <a:lvl1pPr algn="l">
              <a:defRPr sz="13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8" y="9447215"/>
            <a:ext cx="2971800" cy="498476"/>
          </a:xfrm>
          <a:prstGeom prst="rect">
            <a:avLst/>
          </a:prstGeom>
        </p:spPr>
        <p:txBody>
          <a:bodyPr vert="horz" lIns="91405" tIns="45703" rIns="91405" bIns="45703" rtlCol="0" anchor="b"/>
          <a:lstStyle>
            <a:lvl1pPr algn="r">
              <a:defRPr sz="1300"/>
            </a:lvl1pPr>
          </a:lstStyle>
          <a:p>
            <a:fld id="{6A73BE5E-839E-45D1-B8A5-13B23A9454A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812117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167445" rtl="0" eaLnBrk="1" latinLnBrk="1" hangingPunct="1">
      <a:defRPr sz="220" kern="1200">
        <a:solidFill>
          <a:schemeClr val="tx1"/>
        </a:solidFill>
        <a:latin typeface="+mn-lt"/>
        <a:ea typeface="+mn-ea"/>
        <a:cs typeface="+mn-cs"/>
      </a:defRPr>
    </a:lvl1pPr>
    <a:lvl2pPr marL="83723" algn="l" defTabSz="167445" rtl="0" eaLnBrk="1" latinLnBrk="1" hangingPunct="1">
      <a:defRPr sz="220" kern="1200">
        <a:solidFill>
          <a:schemeClr val="tx1"/>
        </a:solidFill>
        <a:latin typeface="+mn-lt"/>
        <a:ea typeface="+mn-ea"/>
        <a:cs typeface="+mn-cs"/>
      </a:defRPr>
    </a:lvl2pPr>
    <a:lvl3pPr marL="167445" algn="l" defTabSz="167445" rtl="0" eaLnBrk="1" latinLnBrk="1" hangingPunct="1">
      <a:defRPr sz="220" kern="1200">
        <a:solidFill>
          <a:schemeClr val="tx1"/>
        </a:solidFill>
        <a:latin typeface="+mn-lt"/>
        <a:ea typeface="+mn-ea"/>
        <a:cs typeface="+mn-cs"/>
      </a:defRPr>
    </a:lvl3pPr>
    <a:lvl4pPr marL="251168" algn="l" defTabSz="167445" rtl="0" eaLnBrk="1" latinLnBrk="1" hangingPunct="1">
      <a:defRPr sz="220" kern="1200">
        <a:solidFill>
          <a:schemeClr val="tx1"/>
        </a:solidFill>
        <a:latin typeface="+mn-lt"/>
        <a:ea typeface="+mn-ea"/>
        <a:cs typeface="+mn-cs"/>
      </a:defRPr>
    </a:lvl4pPr>
    <a:lvl5pPr marL="334890" algn="l" defTabSz="167445" rtl="0" eaLnBrk="1" latinLnBrk="1" hangingPunct="1">
      <a:defRPr sz="220" kern="1200">
        <a:solidFill>
          <a:schemeClr val="tx1"/>
        </a:solidFill>
        <a:latin typeface="+mn-lt"/>
        <a:ea typeface="+mn-ea"/>
        <a:cs typeface="+mn-cs"/>
      </a:defRPr>
    </a:lvl5pPr>
    <a:lvl6pPr marL="418613" algn="l" defTabSz="167445" rtl="0" eaLnBrk="1" latinLnBrk="1" hangingPunct="1">
      <a:defRPr sz="220" kern="1200">
        <a:solidFill>
          <a:schemeClr val="tx1"/>
        </a:solidFill>
        <a:latin typeface="+mn-lt"/>
        <a:ea typeface="+mn-ea"/>
        <a:cs typeface="+mn-cs"/>
      </a:defRPr>
    </a:lvl6pPr>
    <a:lvl7pPr marL="502335" algn="l" defTabSz="167445" rtl="0" eaLnBrk="1" latinLnBrk="1" hangingPunct="1">
      <a:defRPr sz="220" kern="1200">
        <a:solidFill>
          <a:schemeClr val="tx1"/>
        </a:solidFill>
        <a:latin typeface="+mn-lt"/>
        <a:ea typeface="+mn-ea"/>
        <a:cs typeface="+mn-cs"/>
      </a:defRPr>
    </a:lvl7pPr>
    <a:lvl8pPr marL="586058" algn="l" defTabSz="167445" rtl="0" eaLnBrk="1" latinLnBrk="1" hangingPunct="1">
      <a:defRPr sz="220" kern="1200">
        <a:solidFill>
          <a:schemeClr val="tx1"/>
        </a:solidFill>
        <a:latin typeface="+mn-lt"/>
        <a:ea typeface="+mn-ea"/>
        <a:cs typeface="+mn-cs"/>
      </a:defRPr>
    </a:lvl8pPr>
    <a:lvl9pPr marL="669781" algn="l" defTabSz="167445" rtl="0" eaLnBrk="1" latinLnBrk="1" hangingPunct="1">
      <a:defRPr sz="22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00050" y="294620"/>
            <a:ext cx="2400300" cy="626745"/>
          </a:xfrm>
        </p:spPr>
        <p:txBody>
          <a:bodyPr anchor="b"/>
          <a:lstStyle>
            <a:lvl1pPr algn="ctr">
              <a:defRPr sz="1575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00050" y="945535"/>
            <a:ext cx="2400300" cy="434638"/>
          </a:xfrm>
        </p:spPr>
        <p:txBody>
          <a:bodyPr/>
          <a:lstStyle>
            <a:lvl1pPr marL="0" indent="0" algn="ctr">
              <a:buNone/>
              <a:defRPr sz="630"/>
            </a:lvl1pPr>
            <a:lvl2pPr marL="120015" indent="0" algn="ctr">
              <a:buNone/>
              <a:defRPr sz="525"/>
            </a:lvl2pPr>
            <a:lvl3pPr marL="240030" indent="0" algn="ctr">
              <a:buNone/>
              <a:defRPr sz="472"/>
            </a:lvl3pPr>
            <a:lvl4pPr marL="360045" indent="0" algn="ctr">
              <a:buNone/>
              <a:defRPr sz="420"/>
            </a:lvl4pPr>
            <a:lvl5pPr marL="480060" indent="0" algn="ctr">
              <a:buNone/>
              <a:defRPr sz="420"/>
            </a:lvl5pPr>
            <a:lvl6pPr marL="600075" indent="0" algn="ctr">
              <a:buNone/>
              <a:defRPr sz="420"/>
            </a:lvl6pPr>
            <a:lvl7pPr marL="720090" indent="0" algn="ctr">
              <a:buNone/>
              <a:defRPr sz="420"/>
            </a:lvl7pPr>
            <a:lvl8pPr marL="840105" indent="0" algn="ctr">
              <a:buNone/>
              <a:defRPr sz="420"/>
            </a:lvl8pPr>
            <a:lvl9pPr marL="960120" indent="0" algn="ctr">
              <a:buNone/>
              <a:defRPr sz="420"/>
            </a:lvl9pPr>
          </a:lstStyle>
          <a:p>
            <a:r>
              <a:rPr lang="ko-KR" altLang="en-US"/>
              <a:t>클릭하여 마스터 부제목 스타일 편집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9F34B4-7175-41BD-B98B-2E7021201D7D}" type="datetimeFigureOut">
              <a:rPr lang="ko-KR" altLang="en-US" smtClean="0"/>
              <a:t>2026-04-09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D5FCEB-A2D1-4D59-AF46-A7E67E2EF86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3400916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9F34B4-7175-41BD-B98B-2E7021201D7D}" type="datetimeFigureOut">
              <a:rPr lang="ko-KR" altLang="en-US" smtClean="0"/>
              <a:t>2026-04-09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D5FCEB-A2D1-4D59-AF46-A7E67E2EF86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0296996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18361" y="448807"/>
            <a:ext cx="2760345" cy="748843"/>
          </a:xfrm>
        </p:spPr>
        <p:txBody>
          <a:bodyPr anchor="b"/>
          <a:lstStyle>
            <a:lvl1pPr>
              <a:defRPr sz="1575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18361" y="1204734"/>
            <a:ext cx="2760345" cy="393799"/>
          </a:xfrm>
        </p:spPr>
        <p:txBody>
          <a:bodyPr/>
          <a:lstStyle>
            <a:lvl1pPr marL="0" indent="0">
              <a:buNone/>
              <a:defRPr sz="630">
                <a:solidFill>
                  <a:schemeClr val="tx1">
                    <a:tint val="75000"/>
                  </a:schemeClr>
                </a:solidFill>
              </a:defRPr>
            </a:lvl1pPr>
            <a:lvl2pPr marL="120015" indent="0">
              <a:buNone/>
              <a:defRPr sz="525">
                <a:solidFill>
                  <a:schemeClr val="tx1">
                    <a:tint val="75000"/>
                  </a:schemeClr>
                </a:solidFill>
              </a:defRPr>
            </a:lvl2pPr>
            <a:lvl3pPr marL="240030" indent="0">
              <a:buNone/>
              <a:defRPr sz="472">
                <a:solidFill>
                  <a:schemeClr val="tx1">
                    <a:tint val="75000"/>
                  </a:schemeClr>
                </a:solidFill>
              </a:defRPr>
            </a:lvl3pPr>
            <a:lvl4pPr marL="360045" indent="0">
              <a:buNone/>
              <a:defRPr sz="420">
                <a:solidFill>
                  <a:schemeClr val="tx1">
                    <a:tint val="75000"/>
                  </a:schemeClr>
                </a:solidFill>
              </a:defRPr>
            </a:lvl4pPr>
            <a:lvl5pPr marL="480060" indent="0">
              <a:buNone/>
              <a:defRPr sz="420">
                <a:solidFill>
                  <a:schemeClr val="tx1">
                    <a:tint val="75000"/>
                  </a:schemeClr>
                </a:solidFill>
              </a:defRPr>
            </a:lvl5pPr>
            <a:lvl6pPr marL="600075" indent="0">
              <a:buNone/>
              <a:defRPr sz="420">
                <a:solidFill>
                  <a:schemeClr val="tx1">
                    <a:tint val="75000"/>
                  </a:schemeClr>
                </a:solidFill>
              </a:defRPr>
            </a:lvl6pPr>
            <a:lvl7pPr marL="720090" indent="0">
              <a:buNone/>
              <a:defRPr sz="420">
                <a:solidFill>
                  <a:schemeClr val="tx1">
                    <a:tint val="75000"/>
                  </a:schemeClr>
                </a:solidFill>
              </a:defRPr>
            </a:lvl7pPr>
            <a:lvl8pPr marL="840105" indent="0">
              <a:buNone/>
              <a:defRPr sz="420">
                <a:solidFill>
                  <a:schemeClr val="tx1">
                    <a:tint val="75000"/>
                  </a:schemeClr>
                </a:solidFill>
              </a:defRPr>
            </a:lvl8pPr>
            <a:lvl9pPr marL="960120" indent="0">
              <a:buNone/>
              <a:defRPr sz="42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9F34B4-7175-41BD-B98B-2E7021201D7D}" type="datetimeFigureOut">
              <a:rPr lang="ko-KR" altLang="en-US" smtClean="0"/>
              <a:t>2026-04-09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D5FCEB-A2D1-4D59-AF46-A7E67E2EF86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5899211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20028" y="479227"/>
            <a:ext cx="1360170" cy="1142226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620203" y="479227"/>
            <a:ext cx="1360170" cy="1142226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9F34B4-7175-41BD-B98B-2E7021201D7D}" type="datetimeFigureOut">
              <a:rPr lang="ko-KR" altLang="en-US" smtClean="0"/>
              <a:t>2026-04-09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D5FCEB-A2D1-4D59-AF46-A7E67E2EF86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4992108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0444" y="95846"/>
            <a:ext cx="2760345" cy="347960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20445" y="441305"/>
            <a:ext cx="1353919" cy="216277"/>
          </a:xfrm>
        </p:spPr>
        <p:txBody>
          <a:bodyPr anchor="b"/>
          <a:lstStyle>
            <a:lvl1pPr marL="0" indent="0">
              <a:buNone/>
              <a:defRPr sz="630" b="1"/>
            </a:lvl1pPr>
            <a:lvl2pPr marL="120015" indent="0">
              <a:buNone/>
              <a:defRPr sz="525" b="1"/>
            </a:lvl2pPr>
            <a:lvl3pPr marL="240030" indent="0">
              <a:buNone/>
              <a:defRPr sz="472" b="1"/>
            </a:lvl3pPr>
            <a:lvl4pPr marL="360045" indent="0">
              <a:buNone/>
              <a:defRPr sz="420" b="1"/>
            </a:lvl4pPr>
            <a:lvl5pPr marL="480060" indent="0">
              <a:buNone/>
              <a:defRPr sz="420" b="1"/>
            </a:lvl5pPr>
            <a:lvl6pPr marL="600075" indent="0">
              <a:buNone/>
              <a:defRPr sz="420" b="1"/>
            </a:lvl6pPr>
            <a:lvl7pPr marL="720090" indent="0">
              <a:buNone/>
              <a:defRPr sz="420" b="1"/>
            </a:lvl7pPr>
            <a:lvl8pPr marL="840105" indent="0">
              <a:buNone/>
              <a:defRPr sz="420" b="1"/>
            </a:lvl8pPr>
            <a:lvl9pPr marL="960120" indent="0">
              <a:buNone/>
              <a:defRPr sz="42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20445" y="657582"/>
            <a:ext cx="1353919" cy="967204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620202" y="441305"/>
            <a:ext cx="1360587" cy="216277"/>
          </a:xfrm>
        </p:spPr>
        <p:txBody>
          <a:bodyPr anchor="b"/>
          <a:lstStyle>
            <a:lvl1pPr marL="0" indent="0">
              <a:buNone/>
              <a:defRPr sz="630" b="1"/>
            </a:lvl1pPr>
            <a:lvl2pPr marL="120015" indent="0">
              <a:buNone/>
              <a:defRPr sz="525" b="1"/>
            </a:lvl2pPr>
            <a:lvl3pPr marL="240030" indent="0">
              <a:buNone/>
              <a:defRPr sz="472" b="1"/>
            </a:lvl3pPr>
            <a:lvl4pPr marL="360045" indent="0">
              <a:buNone/>
              <a:defRPr sz="420" b="1"/>
            </a:lvl4pPr>
            <a:lvl5pPr marL="480060" indent="0">
              <a:buNone/>
              <a:defRPr sz="420" b="1"/>
            </a:lvl5pPr>
            <a:lvl6pPr marL="600075" indent="0">
              <a:buNone/>
              <a:defRPr sz="420" b="1"/>
            </a:lvl6pPr>
            <a:lvl7pPr marL="720090" indent="0">
              <a:buNone/>
              <a:defRPr sz="420" b="1"/>
            </a:lvl7pPr>
            <a:lvl8pPr marL="840105" indent="0">
              <a:buNone/>
              <a:defRPr sz="420" b="1"/>
            </a:lvl8pPr>
            <a:lvl9pPr marL="960120" indent="0">
              <a:buNone/>
              <a:defRPr sz="42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1620202" y="657582"/>
            <a:ext cx="1360587" cy="967204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9F34B4-7175-41BD-B98B-2E7021201D7D}" type="datetimeFigureOut">
              <a:rPr lang="ko-KR" altLang="en-US" smtClean="0"/>
              <a:t>2026-04-09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D5FCEB-A2D1-4D59-AF46-A7E67E2EF86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8695923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9F34B4-7175-41BD-B98B-2E7021201D7D}" type="datetimeFigureOut">
              <a:rPr lang="ko-KR" altLang="en-US" smtClean="0"/>
              <a:t>2026-04-09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D5FCEB-A2D1-4D59-AF46-A7E67E2EF86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0489918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9F34B4-7175-41BD-B98B-2E7021201D7D}" type="datetimeFigureOut">
              <a:rPr lang="ko-KR" altLang="en-US" smtClean="0"/>
              <a:t>2026-04-09</a:t>
            </a:fld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D5FCEB-A2D1-4D59-AF46-A7E67E2EF86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8183927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0445" y="120015"/>
            <a:ext cx="1032212" cy="420053"/>
          </a:xfrm>
        </p:spPr>
        <p:txBody>
          <a:bodyPr anchor="b"/>
          <a:lstStyle>
            <a:lvl1pPr>
              <a:defRPr sz="84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60587" y="259199"/>
            <a:ext cx="1620203" cy="1279327"/>
          </a:xfrm>
        </p:spPr>
        <p:txBody>
          <a:bodyPr/>
          <a:lstStyle>
            <a:lvl1pPr>
              <a:defRPr sz="840"/>
            </a:lvl1pPr>
            <a:lvl2pPr>
              <a:defRPr sz="735"/>
            </a:lvl2pPr>
            <a:lvl3pPr>
              <a:defRPr sz="630"/>
            </a:lvl3pPr>
            <a:lvl4pPr>
              <a:defRPr sz="525"/>
            </a:lvl4pPr>
            <a:lvl5pPr>
              <a:defRPr sz="525"/>
            </a:lvl5pPr>
            <a:lvl6pPr>
              <a:defRPr sz="525"/>
            </a:lvl6pPr>
            <a:lvl7pPr>
              <a:defRPr sz="525"/>
            </a:lvl7pPr>
            <a:lvl8pPr>
              <a:defRPr sz="525"/>
            </a:lvl8pPr>
            <a:lvl9pPr>
              <a:defRPr sz="525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20445" y="540067"/>
            <a:ext cx="1032212" cy="1000542"/>
          </a:xfrm>
        </p:spPr>
        <p:txBody>
          <a:bodyPr/>
          <a:lstStyle>
            <a:lvl1pPr marL="0" indent="0">
              <a:buNone/>
              <a:defRPr sz="420"/>
            </a:lvl1pPr>
            <a:lvl2pPr marL="120015" indent="0">
              <a:buNone/>
              <a:defRPr sz="368"/>
            </a:lvl2pPr>
            <a:lvl3pPr marL="240030" indent="0">
              <a:buNone/>
              <a:defRPr sz="315"/>
            </a:lvl3pPr>
            <a:lvl4pPr marL="360045" indent="0">
              <a:buNone/>
              <a:defRPr sz="263"/>
            </a:lvl4pPr>
            <a:lvl5pPr marL="480060" indent="0">
              <a:buNone/>
              <a:defRPr sz="263"/>
            </a:lvl5pPr>
            <a:lvl6pPr marL="600075" indent="0">
              <a:buNone/>
              <a:defRPr sz="263"/>
            </a:lvl6pPr>
            <a:lvl7pPr marL="720090" indent="0">
              <a:buNone/>
              <a:defRPr sz="263"/>
            </a:lvl7pPr>
            <a:lvl8pPr marL="840105" indent="0">
              <a:buNone/>
              <a:defRPr sz="263"/>
            </a:lvl8pPr>
            <a:lvl9pPr marL="960120" indent="0">
              <a:buNone/>
              <a:defRPr sz="263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9F34B4-7175-41BD-B98B-2E7021201D7D}" type="datetimeFigureOut">
              <a:rPr lang="ko-KR" altLang="en-US" smtClean="0"/>
              <a:t>2026-04-09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D5FCEB-A2D1-4D59-AF46-A7E67E2EF86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8065868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0445" y="120015"/>
            <a:ext cx="1032212" cy="420053"/>
          </a:xfrm>
        </p:spPr>
        <p:txBody>
          <a:bodyPr anchor="b"/>
          <a:lstStyle>
            <a:lvl1pPr>
              <a:defRPr sz="84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360587" y="259199"/>
            <a:ext cx="1620203" cy="1279327"/>
          </a:xfrm>
        </p:spPr>
        <p:txBody>
          <a:bodyPr anchor="t"/>
          <a:lstStyle>
            <a:lvl1pPr marL="0" indent="0">
              <a:buNone/>
              <a:defRPr sz="840"/>
            </a:lvl1pPr>
            <a:lvl2pPr marL="120015" indent="0">
              <a:buNone/>
              <a:defRPr sz="735"/>
            </a:lvl2pPr>
            <a:lvl3pPr marL="240030" indent="0">
              <a:buNone/>
              <a:defRPr sz="630"/>
            </a:lvl3pPr>
            <a:lvl4pPr marL="360045" indent="0">
              <a:buNone/>
              <a:defRPr sz="525"/>
            </a:lvl4pPr>
            <a:lvl5pPr marL="480060" indent="0">
              <a:buNone/>
              <a:defRPr sz="525"/>
            </a:lvl5pPr>
            <a:lvl6pPr marL="600075" indent="0">
              <a:buNone/>
              <a:defRPr sz="525"/>
            </a:lvl6pPr>
            <a:lvl7pPr marL="720090" indent="0">
              <a:buNone/>
              <a:defRPr sz="525"/>
            </a:lvl7pPr>
            <a:lvl8pPr marL="840105" indent="0">
              <a:buNone/>
              <a:defRPr sz="525"/>
            </a:lvl8pPr>
            <a:lvl9pPr marL="960120" indent="0">
              <a:buNone/>
              <a:defRPr sz="525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20445" y="540067"/>
            <a:ext cx="1032212" cy="1000542"/>
          </a:xfrm>
        </p:spPr>
        <p:txBody>
          <a:bodyPr/>
          <a:lstStyle>
            <a:lvl1pPr marL="0" indent="0">
              <a:buNone/>
              <a:defRPr sz="420"/>
            </a:lvl1pPr>
            <a:lvl2pPr marL="120015" indent="0">
              <a:buNone/>
              <a:defRPr sz="368"/>
            </a:lvl2pPr>
            <a:lvl3pPr marL="240030" indent="0">
              <a:buNone/>
              <a:defRPr sz="315"/>
            </a:lvl3pPr>
            <a:lvl4pPr marL="360045" indent="0">
              <a:buNone/>
              <a:defRPr sz="263"/>
            </a:lvl4pPr>
            <a:lvl5pPr marL="480060" indent="0">
              <a:buNone/>
              <a:defRPr sz="263"/>
            </a:lvl5pPr>
            <a:lvl6pPr marL="600075" indent="0">
              <a:buNone/>
              <a:defRPr sz="263"/>
            </a:lvl6pPr>
            <a:lvl7pPr marL="720090" indent="0">
              <a:buNone/>
              <a:defRPr sz="263"/>
            </a:lvl7pPr>
            <a:lvl8pPr marL="840105" indent="0">
              <a:buNone/>
              <a:defRPr sz="263"/>
            </a:lvl8pPr>
            <a:lvl9pPr marL="960120" indent="0">
              <a:buNone/>
              <a:defRPr sz="263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9F34B4-7175-41BD-B98B-2E7021201D7D}" type="datetimeFigureOut">
              <a:rPr lang="ko-KR" altLang="en-US" smtClean="0"/>
              <a:t>2026-04-09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D5FCEB-A2D1-4D59-AF46-A7E67E2EF86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6139692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9F34B4-7175-41BD-B98B-2E7021201D7D}" type="datetimeFigureOut">
              <a:rPr lang="ko-KR" altLang="en-US" smtClean="0"/>
              <a:t>2026-04-09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D5FCEB-A2D1-4D59-AF46-A7E67E2EF86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0314342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2290286" y="95846"/>
            <a:ext cx="690086" cy="1525607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20027" y="95846"/>
            <a:ext cx="2030254" cy="1525607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9F34B4-7175-41BD-B98B-2E7021201D7D}" type="datetimeFigureOut">
              <a:rPr lang="ko-KR" altLang="en-US" smtClean="0"/>
              <a:t>2026-04-09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D5FCEB-A2D1-4D59-AF46-A7E67E2EF86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4487736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>
            <a:extLst>
              <a:ext uri="{FF2B5EF4-FFF2-40B4-BE49-F238E27FC236}">
                <a16:creationId xmlns:a16="http://schemas.microsoft.com/office/drawing/2014/main" id="{3E62ED5C-FF61-A53B-4625-47CAC86DF448}"/>
              </a:ext>
            </a:extLst>
          </p:cNvPr>
          <p:cNvSpPr/>
          <p:nvPr userDrawn="1"/>
        </p:nvSpPr>
        <p:spPr>
          <a:xfrm>
            <a:off x="4" y="1"/>
            <a:ext cx="3207068" cy="1800225"/>
          </a:xfrm>
          <a:prstGeom prst="rect">
            <a:avLst/>
          </a:prstGeom>
          <a:solidFill>
            <a:schemeClr val="accent5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" dirty="0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810793EE-E7D0-EF83-74D1-BEF25BB9304F}"/>
              </a:ext>
            </a:extLst>
          </p:cNvPr>
          <p:cNvSpPr/>
          <p:nvPr userDrawn="1"/>
        </p:nvSpPr>
        <p:spPr>
          <a:xfrm>
            <a:off x="29545" y="30487"/>
            <a:ext cx="3143285" cy="172846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"/>
          </a:p>
        </p:txBody>
      </p:sp>
      <p:pic>
        <p:nvPicPr>
          <p:cNvPr id="9" name="Picture 1">
            <a:extLst>
              <a:ext uri="{FF2B5EF4-FFF2-40B4-BE49-F238E27FC236}">
                <a16:creationId xmlns:a16="http://schemas.microsoft.com/office/drawing/2014/main" id="{5C76C7A1-71AE-1C7D-2C36-7DEA1D47FF0E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2756641" y="81588"/>
            <a:ext cx="358715" cy="203042"/>
          </a:xfrm>
          <a:prstGeom prst="rect">
            <a:avLst/>
          </a:prstGeom>
          <a:noFill/>
          <a:ln>
            <a:noFill/>
          </a:ln>
          <a:effectLst/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49BA0C91-E2D0-A166-2BE8-3501CE9BABF8}"/>
              </a:ext>
            </a:extLst>
          </p:cNvPr>
          <p:cNvSpPr txBox="1"/>
          <p:nvPr userDrawn="1"/>
        </p:nvSpPr>
        <p:spPr>
          <a:xfrm>
            <a:off x="2072573" y="1569910"/>
            <a:ext cx="1127829" cy="1692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ko-KR" altLang="en-US" sz="506" b="1" dirty="0">
                <a:solidFill>
                  <a:srgbClr val="4472C4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진료지원간호팀</a:t>
            </a:r>
            <a:endParaRPr lang="ko-KR" altLang="en-US" sz="607" b="1" dirty="0">
              <a:solidFill>
                <a:srgbClr val="4472C4"/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56031757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567">
          <p15:clr>
            <a:srgbClr val="FBAE40"/>
          </p15:clr>
        </p15:guide>
        <p15:guide id="2" pos="1008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>
            <a:extLst>
              <a:ext uri="{FF2B5EF4-FFF2-40B4-BE49-F238E27FC236}">
                <a16:creationId xmlns:a16="http://schemas.microsoft.com/office/drawing/2014/main" id="{3E62ED5C-FF61-A53B-4625-47CAC86DF448}"/>
              </a:ext>
            </a:extLst>
          </p:cNvPr>
          <p:cNvSpPr/>
          <p:nvPr userDrawn="1"/>
        </p:nvSpPr>
        <p:spPr>
          <a:xfrm>
            <a:off x="4" y="1"/>
            <a:ext cx="3207068" cy="1800225"/>
          </a:xfrm>
          <a:prstGeom prst="rect">
            <a:avLst/>
          </a:prstGeom>
          <a:solidFill>
            <a:schemeClr val="accent5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" dirty="0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810793EE-E7D0-EF83-74D1-BEF25BB9304F}"/>
              </a:ext>
            </a:extLst>
          </p:cNvPr>
          <p:cNvSpPr/>
          <p:nvPr userDrawn="1"/>
        </p:nvSpPr>
        <p:spPr>
          <a:xfrm>
            <a:off x="44923" y="17494"/>
            <a:ext cx="3115476" cy="176451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"/>
          </a:p>
        </p:txBody>
      </p:sp>
      <p:pic>
        <p:nvPicPr>
          <p:cNvPr id="9" name="Picture 1">
            <a:extLst>
              <a:ext uri="{FF2B5EF4-FFF2-40B4-BE49-F238E27FC236}">
                <a16:creationId xmlns:a16="http://schemas.microsoft.com/office/drawing/2014/main" id="{5C76C7A1-71AE-1C7D-2C36-7DEA1D47FF0E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2794842" y="29235"/>
            <a:ext cx="320513" cy="75610"/>
          </a:xfrm>
          <a:prstGeom prst="rect">
            <a:avLst/>
          </a:prstGeom>
          <a:noFill/>
          <a:ln>
            <a:noFill/>
          </a:ln>
          <a:effectLst/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A3256578-F800-6850-5D6B-02ED7EBACB52}"/>
              </a:ext>
            </a:extLst>
          </p:cNvPr>
          <p:cNvSpPr txBox="1"/>
          <p:nvPr userDrawn="1"/>
        </p:nvSpPr>
        <p:spPr>
          <a:xfrm>
            <a:off x="2829702" y="1686924"/>
            <a:ext cx="285655" cy="13324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ko-KR" altLang="en-US" sz="135" b="1" dirty="0">
                <a:solidFill>
                  <a:srgbClr val="4472C4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진료지원간호팀</a:t>
            </a:r>
            <a:endParaRPr lang="en-US" altLang="ko-KR" sz="135" b="1" dirty="0">
              <a:solidFill>
                <a:srgbClr val="4472C4"/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  <a:p>
            <a:pPr algn="r"/>
            <a:r>
              <a:rPr lang="ko-KR" altLang="en-US" sz="135" b="1" dirty="0">
                <a:solidFill>
                  <a:srgbClr val="4472C4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이비인후과</a:t>
            </a:r>
          </a:p>
        </p:txBody>
      </p:sp>
    </p:spTree>
    <p:extLst>
      <p:ext uri="{BB962C8B-B14F-4D97-AF65-F5344CB8AC3E}">
        <p14:creationId xmlns:p14="http://schemas.microsoft.com/office/powerpoint/2010/main" val="273730350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567" userDrawn="1">
          <p15:clr>
            <a:srgbClr val="FBAE40"/>
          </p15:clr>
        </p15:guide>
        <p15:guide id="2" pos="1008" userDrawn="1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>
            <a:extLst>
              <a:ext uri="{FF2B5EF4-FFF2-40B4-BE49-F238E27FC236}">
                <a16:creationId xmlns:a16="http://schemas.microsoft.com/office/drawing/2014/main" id="{3E62ED5C-FF61-A53B-4625-47CAC86DF448}"/>
              </a:ext>
            </a:extLst>
          </p:cNvPr>
          <p:cNvSpPr/>
          <p:nvPr userDrawn="1"/>
        </p:nvSpPr>
        <p:spPr>
          <a:xfrm>
            <a:off x="4" y="1"/>
            <a:ext cx="3207068" cy="1800225"/>
          </a:xfrm>
          <a:prstGeom prst="rect">
            <a:avLst/>
          </a:prstGeom>
          <a:solidFill>
            <a:schemeClr val="accent5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" dirty="0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810793EE-E7D0-EF83-74D1-BEF25BB9304F}"/>
              </a:ext>
            </a:extLst>
          </p:cNvPr>
          <p:cNvSpPr/>
          <p:nvPr userDrawn="1"/>
        </p:nvSpPr>
        <p:spPr>
          <a:xfrm>
            <a:off x="44923" y="17494"/>
            <a:ext cx="3115476" cy="176451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" dirty="0"/>
          </a:p>
        </p:txBody>
      </p:sp>
      <p:pic>
        <p:nvPicPr>
          <p:cNvPr id="9" name="Picture 1">
            <a:extLst>
              <a:ext uri="{FF2B5EF4-FFF2-40B4-BE49-F238E27FC236}">
                <a16:creationId xmlns:a16="http://schemas.microsoft.com/office/drawing/2014/main" id="{5C76C7A1-71AE-1C7D-2C36-7DEA1D47FF0E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2793287" y="29235"/>
            <a:ext cx="320513" cy="75610"/>
          </a:xfrm>
          <a:prstGeom prst="rect">
            <a:avLst/>
          </a:prstGeom>
          <a:noFill/>
          <a:ln>
            <a:noFill/>
          </a:ln>
          <a:effectLst/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BAD82B35-E786-6435-BBDD-C02B0C93E120}"/>
              </a:ext>
            </a:extLst>
          </p:cNvPr>
          <p:cNvSpPr txBox="1"/>
          <p:nvPr userDrawn="1"/>
        </p:nvSpPr>
        <p:spPr>
          <a:xfrm>
            <a:off x="2796038" y="1707219"/>
            <a:ext cx="319318" cy="1127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ko-KR" altLang="en-US" sz="135" b="1" dirty="0">
                <a:solidFill>
                  <a:srgbClr val="4472C4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이비인후과 </a:t>
            </a:r>
            <a:r>
              <a:rPr lang="en-US" altLang="ko-KR" sz="135" b="1" dirty="0">
                <a:solidFill>
                  <a:srgbClr val="4472C4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131</a:t>
            </a:r>
            <a:r>
              <a:rPr lang="ko-KR" altLang="en-US" sz="135" b="1" dirty="0">
                <a:solidFill>
                  <a:srgbClr val="4472C4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병동</a:t>
            </a:r>
          </a:p>
        </p:txBody>
      </p:sp>
    </p:spTree>
    <p:extLst>
      <p:ext uri="{BB962C8B-B14F-4D97-AF65-F5344CB8AC3E}">
        <p14:creationId xmlns:p14="http://schemas.microsoft.com/office/powerpoint/2010/main" val="50136307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567" userDrawn="1">
          <p15:clr>
            <a:srgbClr val="FBAE40"/>
          </p15:clr>
        </p15:guide>
        <p15:guide id="2" pos="1008" userDrawn="1">
          <p15:clr>
            <a:srgbClr val="FBAE40"/>
          </p15:clr>
        </p15:guide>
        <p15:guide id="3" orient="horz" pos="69" userDrawn="1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20028" y="95846"/>
            <a:ext cx="2760345" cy="34796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20028" y="479227"/>
            <a:ext cx="2760345" cy="114222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220028" y="1668542"/>
            <a:ext cx="720090" cy="9584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31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49F34B4-7175-41BD-B98B-2E7021201D7D}" type="datetimeFigureOut">
              <a:rPr lang="ko-KR" altLang="en-US" smtClean="0"/>
              <a:t>2026-04-09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060133" y="1668542"/>
            <a:ext cx="1080135" cy="9584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31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2260283" y="1668542"/>
            <a:ext cx="720090" cy="9584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31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ED5FCEB-A2D1-4D59-AF46-A7E67E2EF86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3016784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910" r:id="rId1"/>
    <p:sldLayoutId id="2147483911" r:id="rId2"/>
    <p:sldLayoutId id="2147483912" r:id="rId3"/>
    <p:sldLayoutId id="2147483913" r:id="rId4"/>
    <p:sldLayoutId id="2147483914" r:id="rId5"/>
    <p:sldLayoutId id="2147483915" r:id="rId6"/>
    <p:sldLayoutId id="2147483916" r:id="rId7"/>
    <p:sldLayoutId id="2147483917" r:id="rId8"/>
    <p:sldLayoutId id="2147483918" r:id="rId9"/>
    <p:sldLayoutId id="2147483919" r:id="rId10"/>
    <p:sldLayoutId id="2147483920" r:id="rId11"/>
    <p:sldLayoutId id="2147483921" r:id="rId12"/>
    <p:sldLayoutId id="2147483790" r:id="rId13"/>
    <p:sldLayoutId id="2147483789" r:id="rId14"/>
  </p:sldLayoutIdLst>
  <p:txStyles>
    <p:titleStyle>
      <a:lvl1pPr algn="l" defTabSz="240030" rtl="0" eaLnBrk="1" latinLnBrk="1" hangingPunct="1">
        <a:lnSpc>
          <a:spcPct val="90000"/>
        </a:lnSpc>
        <a:spcBef>
          <a:spcPct val="0"/>
        </a:spcBef>
        <a:buNone/>
        <a:defRPr sz="1155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60008" indent="-60008" algn="l" defTabSz="240030" rtl="0" eaLnBrk="1" latinLnBrk="1" hangingPunct="1">
        <a:lnSpc>
          <a:spcPct val="90000"/>
        </a:lnSpc>
        <a:spcBef>
          <a:spcPts val="263"/>
        </a:spcBef>
        <a:buFont typeface="Arial" panose="020B0604020202020204" pitchFamily="34" charset="0"/>
        <a:buChar char="•"/>
        <a:defRPr sz="735" kern="1200">
          <a:solidFill>
            <a:schemeClr val="tx1"/>
          </a:solidFill>
          <a:latin typeface="+mn-lt"/>
          <a:ea typeface="+mn-ea"/>
          <a:cs typeface="+mn-cs"/>
        </a:defRPr>
      </a:lvl1pPr>
      <a:lvl2pPr marL="180023" indent="-60008" algn="l" defTabSz="240030" rtl="0" eaLnBrk="1" latinLnBrk="1" hangingPunct="1">
        <a:lnSpc>
          <a:spcPct val="90000"/>
        </a:lnSpc>
        <a:spcBef>
          <a:spcPts val="131"/>
        </a:spcBef>
        <a:buFont typeface="Arial" panose="020B0604020202020204" pitchFamily="34" charset="0"/>
        <a:buChar char="•"/>
        <a:defRPr sz="630" kern="1200">
          <a:solidFill>
            <a:schemeClr val="tx1"/>
          </a:solidFill>
          <a:latin typeface="+mn-lt"/>
          <a:ea typeface="+mn-ea"/>
          <a:cs typeface="+mn-cs"/>
        </a:defRPr>
      </a:lvl2pPr>
      <a:lvl3pPr marL="300038" indent="-60008" algn="l" defTabSz="240030" rtl="0" eaLnBrk="1" latinLnBrk="1" hangingPunct="1">
        <a:lnSpc>
          <a:spcPct val="90000"/>
        </a:lnSpc>
        <a:spcBef>
          <a:spcPts val="131"/>
        </a:spcBef>
        <a:buFont typeface="Arial" panose="020B0604020202020204" pitchFamily="34" charset="0"/>
        <a:buChar char="•"/>
        <a:defRPr sz="525" kern="1200">
          <a:solidFill>
            <a:schemeClr val="tx1"/>
          </a:solidFill>
          <a:latin typeface="+mn-lt"/>
          <a:ea typeface="+mn-ea"/>
          <a:cs typeface="+mn-cs"/>
        </a:defRPr>
      </a:lvl3pPr>
      <a:lvl4pPr marL="420053" indent="-60008" algn="l" defTabSz="240030" rtl="0" eaLnBrk="1" latinLnBrk="1" hangingPunct="1">
        <a:lnSpc>
          <a:spcPct val="90000"/>
        </a:lnSpc>
        <a:spcBef>
          <a:spcPts val="131"/>
        </a:spcBef>
        <a:buFont typeface="Arial" panose="020B0604020202020204" pitchFamily="34" charset="0"/>
        <a:buChar char="•"/>
        <a:defRPr sz="472" kern="1200">
          <a:solidFill>
            <a:schemeClr val="tx1"/>
          </a:solidFill>
          <a:latin typeface="+mn-lt"/>
          <a:ea typeface="+mn-ea"/>
          <a:cs typeface="+mn-cs"/>
        </a:defRPr>
      </a:lvl4pPr>
      <a:lvl5pPr marL="540068" indent="-60008" algn="l" defTabSz="240030" rtl="0" eaLnBrk="1" latinLnBrk="1" hangingPunct="1">
        <a:lnSpc>
          <a:spcPct val="90000"/>
        </a:lnSpc>
        <a:spcBef>
          <a:spcPts val="131"/>
        </a:spcBef>
        <a:buFont typeface="Arial" panose="020B0604020202020204" pitchFamily="34" charset="0"/>
        <a:buChar char="•"/>
        <a:defRPr sz="472" kern="1200">
          <a:solidFill>
            <a:schemeClr val="tx1"/>
          </a:solidFill>
          <a:latin typeface="+mn-lt"/>
          <a:ea typeface="+mn-ea"/>
          <a:cs typeface="+mn-cs"/>
        </a:defRPr>
      </a:lvl5pPr>
      <a:lvl6pPr marL="660083" indent="-60008" algn="l" defTabSz="240030" rtl="0" eaLnBrk="1" latinLnBrk="1" hangingPunct="1">
        <a:lnSpc>
          <a:spcPct val="90000"/>
        </a:lnSpc>
        <a:spcBef>
          <a:spcPts val="131"/>
        </a:spcBef>
        <a:buFont typeface="Arial" panose="020B0604020202020204" pitchFamily="34" charset="0"/>
        <a:buChar char="•"/>
        <a:defRPr sz="472" kern="1200">
          <a:solidFill>
            <a:schemeClr val="tx1"/>
          </a:solidFill>
          <a:latin typeface="+mn-lt"/>
          <a:ea typeface="+mn-ea"/>
          <a:cs typeface="+mn-cs"/>
        </a:defRPr>
      </a:lvl6pPr>
      <a:lvl7pPr marL="780098" indent="-60008" algn="l" defTabSz="240030" rtl="0" eaLnBrk="1" latinLnBrk="1" hangingPunct="1">
        <a:lnSpc>
          <a:spcPct val="90000"/>
        </a:lnSpc>
        <a:spcBef>
          <a:spcPts val="131"/>
        </a:spcBef>
        <a:buFont typeface="Arial" panose="020B0604020202020204" pitchFamily="34" charset="0"/>
        <a:buChar char="•"/>
        <a:defRPr sz="472" kern="1200">
          <a:solidFill>
            <a:schemeClr val="tx1"/>
          </a:solidFill>
          <a:latin typeface="+mn-lt"/>
          <a:ea typeface="+mn-ea"/>
          <a:cs typeface="+mn-cs"/>
        </a:defRPr>
      </a:lvl7pPr>
      <a:lvl8pPr marL="900113" indent="-60008" algn="l" defTabSz="240030" rtl="0" eaLnBrk="1" latinLnBrk="1" hangingPunct="1">
        <a:lnSpc>
          <a:spcPct val="90000"/>
        </a:lnSpc>
        <a:spcBef>
          <a:spcPts val="131"/>
        </a:spcBef>
        <a:buFont typeface="Arial" panose="020B0604020202020204" pitchFamily="34" charset="0"/>
        <a:buChar char="•"/>
        <a:defRPr sz="472" kern="1200">
          <a:solidFill>
            <a:schemeClr val="tx1"/>
          </a:solidFill>
          <a:latin typeface="+mn-lt"/>
          <a:ea typeface="+mn-ea"/>
          <a:cs typeface="+mn-cs"/>
        </a:defRPr>
      </a:lvl8pPr>
      <a:lvl9pPr marL="1020128" indent="-60008" algn="l" defTabSz="240030" rtl="0" eaLnBrk="1" latinLnBrk="1" hangingPunct="1">
        <a:lnSpc>
          <a:spcPct val="90000"/>
        </a:lnSpc>
        <a:spcBef>
          <a:spcPts val="131"/>
        </a:spcBef>
        <a:buFont typeface="Arial" panose="020B0604020202020204" pitchFamily="34" charset="0"/>
        <a:buChar char="•"/>
        <a:defRPr sz="472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240030" rtl="0" eaLnBrk="1" latinLnBrk="1" hangingPunct="1">
        <a:defRPr sz="472" kern="1200">
          <a:solidFill>
            <a:schemeClr val="tx1"/>
          </a:solidFill>
          <a:latin typeface="+mn-lt"/>
          <a:ea typeface="+mn-ea"/>
          <a:cs typeface="+mn-cs"/>
        </a:defRPr>
      </a:lvl1pPr>
      <a:lvl2pPr marL="120015" algn="l" defTabSz="240030" rtl="0" eaLnBrk="1" latinLnBrk="1" hangingPunct="1">
        <a:defRPr sz="472" kern="1200">
          <a:solidFill>
            <a:schemeClr val="tx1"/>
          </a:solidFill>
          <a:latin typeface="+mn-lt"/>
          <a:ea typeface="+mn-ea"/>
          <a:cs typeface="+mn-cs"/>
        </a:defRPr>
      </a:lvl2pPr>
      <a:lvl3pPr marL="240030" algn="l" defTabSz="240030" rtl="0" eaLnBrk="1" latinLnBrk="1" hangingPunct="1">
        <a:defRPr sz="472" kern="1200">
          <a:solidFill>
            <a:schemeClr val="tx1"/>
          </a:solidFill>
          <a:latin typeface="+mn-lt"/>
          <a:ea typeface="+mn-ea"/>
          <a:cs typeface="+mn-cs"/>
        </a:defRPr>
      </a:lvl3pPr>
      <a:lvl4pPr marL="360045" algn="l" defTabSz="240030" rtl="0" eaLnBrk="1" latinLnBrk="1" hangingPunct="1">
        <a:defRPr sz="472" kern="1200">
          <a:solidFill>
            <a:schemeClr val="tx1"/>
          </a:solidFill>
          <a:latin typeface="+mn-lt"/>
          <a:ea typeface="+mn-ea"/>
          <a:cs typeface="+mn-cs"/>
        </a:defRPr>
      </a:lvl4pPr>
      <a:lvl5pPr marL="480060" algn="l" defTabSz="240030" rtl="0" eaLnBrk="1" latinLnBrk="1" hangingPunct="1">
        <a:defRPr sz="472" kern="1200">
          <a:solidFill>
            <a:schemeClr val="tx1"/>
          </a:solidFill>
          <a:latin typeface="+mn-lt"/>
          <a:ea typeface="+mn-ea"/>
          <a:cs typeface="+mn-cs"/>
        </a:defRPr>
      </a:lvl5pPr>
      <a:lvl6pPr marL="600075" algn="l" defTabSz="240030" rtl="0" eaLnBrk="1" latinLnBrk="1" hangingPunct="1">
        <a:defRPr sz="472" kern="1200">
          <a:solidFill>
            <a:schemeClr val="tx1"/>
          </a:solidFill>
          <a:latin typeface="+mn-lt"/>
          <a:ea typeface="+mn-ea"/>
          <a:cs typeface="+mn-cs"/>
        </a:defRPr>
      </a:lvl6pPr>
      <a:lvl7pPr marL="720090" algn="l" defTabSz="240030" rtl="0" eaLnBrk="1" latinLnBrk="1" hangingPunct="1">
        <a:defRPr sz="472" kern="1200">
          <a:solidFill>
            <a:schemeClr val="tx1"/>
          </a:solidFill>
          <a:latin typeface="+mn-lt"/>
          <a:ea typeface="+mn-ea"/>
          <a:cs typeface="+mn-cs"/>
        </a:defRPr>
      </a:lvl7pPr>
      <a:lvl8pPr marL="840105" algn="l" defTabSz="240030" rtl="0" eaLnBrk="1" latinLnBrk="1" hangingPunct="1">
        <a:defRPr sz="472" kern="1200">
          <a:solidFill>
            <a:schemeClr val="tx1"/>
          </a:solidFill>
          <a:latin typeface="+mn-lt"/>
          <a:ea typeface="+mn-ea"/>
          <a:cs typeface="+mn-cs"/>
        </a:defRPr>
      </a:lvl8pPr>
      <a:lvl9pPr marL="960120" algn="l" defTabSz="240030" rtl="0" eaLnBrk="1" latinLnBrk="1" hangingPunct="1">
        <a:defRPr sz="472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567" userDrawn="1">
          <p15:clr>
            <a:srgbClr val="F26B43"/>
          </p15:clr>
        </p15:guide>
        <p15:guide id="2" pos="1008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A44891-DB0B-9038-5B25-629A4C227F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사각형: 둥근 모서리 24">
            <a:extLst>
              <a:ext uri="{FF2B5EF4-FFF2-40B4-BE49-F238E27FC236}">
                <a16:creationId xmlns:a16="http://schemas.microsoft.com/office/drawing/2014/main" id="{4D2AB74B-0885-7248-82A8-738CC227DF1C}"/>
              </a:ext>
            </a:extLst>
          </p:cNvPr>
          <p:cNvSpPr/>
          <p:nvPr/>
        </p:nvSpPr>
        <p:spPr>
          <a:xfrm>
            <a:off x="808500" y="317480"/>
            <a:ext cx="2320132" cy="387085"/>
          </a:xfrm>
          <a:prstGeom prst="roundRect">
            <a:avLst>
              <a:gd name="adj" fmla="val 11062"/>
            </a:avLst>
          </a:prstGeom>
          <a:noFill/>
          <a:ln w="635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822">
              <a:latin typeface="KoPub돋움체 Medium" panose="02020603020101020101" pitchFamily="18" charset="-127"/>
              <a:ea typeface="KoPub돋움체 Medium" panose="02020603020101020101" pitchFamily="18" charset="-127"/>
            </a:endParaRPr>
          </a:p>
        </p:txBody>
      </p:sp>
      <p:sp>
        <p:nvSpPr>
          <p:cNvPr id="26" name="사각형: 둥근 모서리 25">
            <a:extLst>
              <a:ext uri="{FF2B5EF4-FFF2-40B4-BE49-F238E27FC236}">
                <a16:creationId xmlns:a16="http://schemas.microsoft.com/office/drawing/2014/main" id="{B073FA0F-66B5-6BAF-0E1F-7AC6E77B5191}"/>
              </a:ext>
            </a:extLst>
          </p:cNvPr>
          <p:cNvSpPr/>
          <p:nvPr/>
        </p:nvSpPr>
        <p:spPr>
          <a:xfrm>
            <a:off x="808500" y="743642"/>
            <a:ext cx="2320132" cy="600342"/>
          </a:xfrm>
          <a:prstGeom prst="roundRect">
            <a:avLst>
              <a:gd name="adj" fmla="val 8451"/>
            </a:avLst>
          </a:prstGeom>
          <a:noFill/>
          <a:ln w="635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822">
              <a:latin typeface="KoPub돋움체 Medium" panose="02020603020101020101" pitchFamily="18" charset="-127"/>
              <a:ea typeface="KoPub돋움체 Medium" panose="02020603020101020101" pitchFamily="18" charset="-127"/>
            </a:endParaRPr>
          </a:p>
        </p:txBody>
      </p:sp>
      <p:sp>
        <p:nvSpPr>
          <p:cNvPr id="21" name="사각형: 둥근 모서리 20">
            <a:extLst>
              <a:ext uri="{FF2B5EF4-FFF2-40B4-BE49-F238E27FC236}">
                <a16:creationId xmlns:a16="http://schemas.microsoft.com/office/drawing/2014/main" id="{993AC22E-D82C-01DF-84E7-90AC9AD4AD3F}"/>
              </a:ext>
            </a:extLst>
          </p:cNvPr>
          <p:cNvSpPr/>
          <p:nvPr/>
        </p:nvSpPr>
        <p:spPr>
          <a:xfrm>
            <a:off x="66140" y="317480"/>
            <a:ext cx="730467" cy="387085"/>
          </a:xfrm>
          <a:prstGeom prst="roundRect">
            <a:avLst>
              <a:gd name="adj" fmla="val 11062"/>
            </a:avLst>
          </a:prstGeom>
          <a:solidFill>
            <a:schemeClr val="bg2"/>
          </a:solidFill>
          <a:ln>
            <a:noFill/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822">
              <a:latin typeface="KoPub돋움체 Medium" panose="02020603020101020101" pitchFamily="18" charset="-127"/>
              <a:ea typeface="KoPub돋움체 Medium" panose="02020603020101020101" pitchFamily="18" charset="-12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EABBF7A-4383-D72B-A05E-B56FEE94992E}"/>
              </a:ext>
            </a:extLst>
          </p:cNvPr>
          <p:cNvSpPr txBox="1"/>
          <p:nvPr/>
        </p:nvSpPr>
        <p:spPr>
          <a:xfrm>
            <a:off x="22609" y="43762"/>
            <a:ext cx="1195019" cy="1701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506" spc="-1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순천향대학교 천안병원 </a:t>
            </a:r>
            <a:r>
              <a:rPr lang="en-US" altLang="ko-KR" sz="506" spc="-1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| </a:t>
            </a:r>
            <a:r>
              <a:rPr lang="ko-KR" altLang="en-US" sz="506" spc="-1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진료지원간호팀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F3CA475-D856-01FB-19C8-E100A19DE5EF}"/>
              </a:ext>
            </a:extLst>
          </p:cNvPr>
          <p:cNvSpPr txBox="1"/>
          <p:nvPr/>
        </p:nvSpPr>
        <p:spPr>
          <a:xfrm>
            <a:off x="724855" y="409750"/>
            <a:ext cx="2660013" cy="2181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810" b="1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Case ID : </a:t>
            </a:r>
            <a:r>
              <a:rPr lang="ko-KR" altLang="en-US" sz="810" b="1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병실</a:t>
            </a:r>
            <a:r>
              <a:rPr lang="en-US" altLang="ko-KR" sz="810" b="1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-</a:t>
            </a:r>
            <a:r>
              <a:rPr lang="ko-KR" altLang="en-US" sz="810" b="1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등록</a:t>
            </a:r>
            <a:r>
              <a:rPr lang="en-US" altLang="ko-KR" sz="810" b="1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-</a:t>
            </a:r>
            <a:r>
              <a:rPr lang="ko-KR" altLang="en-US" sz="810" b="1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성함</a:t>
            </a:r>
            <a:r>
              <a:rPr lang="en-US" altLang="ko-KR" sz="810" b="1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-</a:t>
            </a:r>
            <a:r>
              <a:rPr lang="ko-KR" altLang="en-US" sz="810" b="1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교수</a:t>
            </a:r>
            <a:r>
              <a:rPr lang="en-US" altLang="ko-KR" sz="810" b="1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-</a:t>
            </a:r>
            <a:r>
              <a:rPr lang="ko-KR" altLang="en-US" sz="810" b="1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월일</a:t>
            </a:r>
            <a:r>
              <a:rPr lang="en-US" altLang="ko-KR" sz="810" b="1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-</a:t>
            </a:r>
            <a:r>
              <a:rPr lang="ko-KR" altLang="en-US" sz="810" b="1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시간</a:t>
            </a:r>
            <a:endParaRPr lang="en-US" altLang="ko-KR" sz="810" dirty="0">
              <a:solidFill>
                <a:schemeClr val="tx2">
                  <a:lumMod val="50000"/>
                </a:schemeClr>
              </a:solidFill>
              <a:latin typeface="KoPub돋움체 Medium" panose="02020603020101020101" pitchFamily="18" charset="-127"/>
              <a:ea typeface="KoPub돋움체 Medium" panose="02020603020101020101" pitchFamily="18" charset="-127"/>
            </a:endParaRPr>
          </a:p>
        </p:txBody>
      </p:sp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1B4DC618-B29F-845A-7DD8-6A834C8CEE4F}"/>
              </a:ext>
            </a:extLst>
          </p:cNvPr>
          <p:cNvSpPr/>
          <p:nvPr/>
        </p:nvSpPr>
        <p:spPr>
          <a:xfrm>
            <a:off x="66140" y="743642"/>
            <a:ext cx="730467" cy="600341"/>
          </a:xfrm>
          <a:prstGeom prst="roundRect">
            <a:avLst>
              <a:gd name="adj" fmla="val 8451"/>
            </a:avLst>
          </a:prstGeom>
          <a:solidFill>
            <a:schemeClr val="bg2"/>
          </a:solidFill>
          <a:ln>
            <a:noFill/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822">
              <a:latin typeface="KoPub돋움체 Medium" panose="02020603020101020101" pitchFamily="18" charset="-127"/>
              <a:ea typeface="KoPub돋움체 Medium" panose="02020603020101020101" pitchFamily="18" charset="-127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F29C902-63CB-1B88-5847-68EBD7D4096A}"/>
              </a:ext>
            </a:extLst>
          </p:cNvPr>
          <p:cNvSpPr txBox="1"/>
          <p:nvPr/>
        </p:nvSpPr>
        <p:spPr>
          <a:xfrm>
            <a:off x="797341" y="715821"/>
            <a:ext cx="2350672" cy="6427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810" b="1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[A] </a:t>
            </a:r>
            <a:r>
              <a:rPr lang="ko-KR" altLang="en-US" sz="810" b="1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보고 </a:t>
            </a:r>
            <a:r>
              <a:rPr lang="en-US" altLang="ko-KR" sz="810" b="1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(</a:t>
            </a:r>
            <a:r>
              <a:rPr lang="ko-KR" altLang="en-US" sz="810" b="1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병동</a:t>
            </a:r>
            <a:r>
              <a:rPr lang="en-US" altLang="ko-KR" sz="810" b="1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) : </a:t>
            </a:r>
            <a:r>
              <a:rPr lang="en-US" altLang="ko-KR" sz="810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ID / </a:t>
            </a:r>
            <a:r>
              <a:rPr lang="ko-KR" altLang="en-US" sz="810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지금 </a:t>
            </a:r>
            <a:r>
              <a:rPr lang="en-US" altLang="ko-KR" sz="810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/ </a:t>
            </a:r>
            <a:r>
              <a:rPr lang="ko-KR" altLang="en-US" sz="810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근거 </a:t>
            </a:r>
            <a:r>
              <a:rPr lang="en-US" altLang="ko-KR" sz="810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/ </a:t>
            </a:r>
            <a:r>
              <a:rPr lang="ko-KR" altLang="en-US" sz="810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요청 </a:t>
            </a:r>
            <a:r>
              <a:rPr lang="en-US" altLang="ko-KR" sz="810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/ 10·4·12</a:t>
            </a:r>
          </a:p>
          <a:p>
            <a:pPr>
              <a:lnSpc>
                <a:spcPct val="150000"/>
              </a:lnSpc>
            </a:pPr>
            <a:r>
              <a:rPr lang="en-US" altLang="ko-KR" sz="810" b="1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[C] </a:t>
            </a:r>
            <a:r>
              <a:rPr lang="ko-KR" altLang="en-US" sz="810" b="1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상황 </a:t>
            </a:r>
            <a:r>
              <a:rPr lang="en-US" altLang="ko-KR" sz="810" b="1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(PA) : </a:t>
            </a:r>
            <a:r>
              <a:rPr lang="en-US" altLang="ko-KR" sz="810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ID / </a:t>
            </a:r>
            <a:r>
              <a:rPr lang="ko-KR" altLang="en-US" sz="810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상황</a:t>
            </a:r>
            <a:r>
              <a:rPr lang="en-US" altLang="ko-KR" sz="810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(C</a:t>
            </a:r>
            <a:r>
              <a:rPr lang="ko-KR" altLang="en-US" sz="810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코드</a:t>
            </a:r>
            <a:r>
              <a:rPr lang="en-US" altLang="ko-KR" sz="810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) / </a:t>
            </a:r>
            <a:r>
              <a:rPr lang="ko-KR" altLang="en-US" sz="810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다음 </a:t>
            </a:r>
            <a:r>
              <a:rPr lang="en-US" altLang="ko-KR" sz="810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HHMM</a:t>
            </a:r>
          </a:p>
          <a:p>
            <a:pPr>
              <a:lnSpc>
                <a:spcPct val="150000"/>
              </a:lnSpc>
            </a:pPr>
            <a:r>
              <a:rPr lang="en-US" altLang="ko-KR" sz="810" b="1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[D] </a:t>
            </a:r>
            <a:r>
              <a:rPr lang="ko-KR" altLang="en-US" sz="810" b="1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완료 </a:t>
            </a:r>
            <a:r>
              <a:rPr lang="en-US" altLang="ko-KR" sz="810" b="1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(PA) : </a:t>
            </a:r>
            <a:r>
              <a:rPr lang="en-US" altLang="ko-KR" sz="810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ID / </a:t>
            </a:r>
            <a:r>
              <a:rPr lang="ko-KR" altLang="en-US" sz="810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조치결과 </a:t>
            </a:r>
            <a:r>
              <a:rPr lang="en-US" altLang="ko-KR" sz="810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/ F/U </a:t>
            </a:r>
            <a:r>
              <a:rPr lang="ko-KR" altLang="en-US" sz="810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기준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177CD16-1AA6-B8C7-0E32-C84E8AF73AC7}"/>
              </a:ext>
            </a:extLst>
          </p:cNvPr>
          <p:cNvSpPr txBox="1"/>
          <p:nvPr/>
        </p:nvSpPr>
        <p:spPr>
          <a:xfrm>
            <a:off x="248927" y="1415122"/>
            <a:ext cx="2743467" cy="2025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709" b="1" dirty="0"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 </a:t>
            </a:r>
            <a:r>
              <a:rPr lang="en-US" altLang="ko-KR" sz="709" b="1" dirty="0"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10</a:t>
            </a:r>
            <a:r>
              <a:rPr lang="ko-KR" altLang="en-US" sz="709" b="1" dirty="0"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분 </a:t>
            </a:r>
            <a:r>
              <a:rPr lang="en-US" altLang="ko-KR" sz="709" b="1" dirty="0"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: </a:t>
            </a:r>
            <a:r>
              <a:rPr lang="ko-KR" altLang="en-US" sz="709" b="1" dirty="0"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응급            </a:t>
            </a:r>
            <a:r>
              <a:rPr lang="en-US" altLang="ko-KR" sz="709" b="1" dirty="0"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4</a:t>
            </a:r>
            <a:r>
              <a:rPr lang="ko-KR" altLang="en-US" sz="709" b="1" dirty="0"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시간 </a:t>
            </a:r>
            <a:r>
              <a:rPr lang="en-US" altLang="ko-KR" sz="709" b="1" dirty="0"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: </a:t>
            </a:r>
            <a:r>
              <a:rPr lang="ko-KR" altLang="en-US" sz="709" b="1" dirty="0"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우선  </a:t>
            </a:r>
            <a:r>
              <a:rPr lang="en-US" altLang="ko-KR" sz="709" b="1" dirty="0"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       12</a:t>
            </a:r>
            <a:r>
              <a:rPr lang="ko-KR" altLang="en-US" sz="709" b="1" dirty="0"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시간 </a:t>
            </a:r>
            <a:r>
              <a:rPr lang="en-US" altLang="ko-KR" sz="709" b="1" dirty="0"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: </a:t>
            </a:r>
            <a:r>
              <a:rPr lang="ko-KR" altLang="en-US" sz="709" b="1" dirty="0"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루틴</a:t>
            </a:r>
            <a:endParaRPr lang="en-US" altLang="ko-KR" sz="709" b="1" dirty="0">
              <a:latin typeface="KoPub돋움체 Medium" panose="02020603020101020101" pitchFamily="18" charset="-127"/>
              <a:ea typeface="KoPub돋움체 Medium" panose="02020603020101020101" pitchFamily="18" charset="-127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7FFF511-7B20-E2F4-96D5-C91B888C0873}"/>
              </a:ext>
            </a:extLst>
          </p:cNvPr>
          <p:cNvSpPr txBox="1"/>
          <p:nvPr/>
        </p:nvSpPr>
        <p:spPr>
          <a:xfrm>
            <a:off x="109070" y="360049"/>
            <a:ext cx="644609" cy="34275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lang="ko-KR" altLang="en-US" sz="810" b="1" dirty="0">
                <a:solidFill>
                  <a:srgbClr val="000000"/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실전 소통</a:t>
            </a:r>
            <a:endParaRPr lang="en-US" altLang="ko-KR" sz="810" b="1" dirty="0">
              <a:solidFill>
                <a:srgbClr val="000000"/>
              </a:solidFill>
              <a:latin typeface="KoPub돋움체 Medium" panose="02020603020101020101" pitchFamily="18" charset="-127"/>
              <a:ea typeface="KoPub돋움체 Medium" panose="02020603020101020101" pitchFamily="18" charset="-127"/>
            </a:endParaRPr>
          </a:p>
          <a:p>
            <a:pPr algn="ctr"/>
            <a:r>
              <a:rPr lang="en-US" altLang="ko-KR" sz="810" b="1" dirty="0">
                <a:solidFill>
                  <a:srgbClr val="000000"/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&amp; </a:t>
            </a:r>
            <a:r>
              <a:rPr lang="ko-KR" altLang="en-US" sz="810" b="1" dirty="0">
                <a:solidFill>
                  <a:srgbClr val="000000"/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트리아제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0AC34A0-F9F3-3EDB-E7DE-AF18BCE089E6}"/>
              </a:ext>
            </a:extLst>
          </p:cNvPr>
          <p:cNvSpPr txBox="1"/>
          <p:nvPr/>
        </p:nvSpPr>
        <p:spPr>
          <a:xfrm>
            <a:off x="86350" y="932999"/>
            <a:ext cx="690049" cy="2181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lang="ko-KR" altLang="en-US" sz="810" b="1" dirty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sz="810" b="1" dirty="0">
                <a:solidFill>
                  <a:srgbClr val="000000"/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ACD Loop</a:t>
            </a:r>
            <a:endParaRPr lang="ko-KR" altLang="en-US" sz="2025" b="1" dirty="0">
              <a:solidFill>
                <a:srgbClr val="000000"/>
              </a:solidFill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</p:txBody>
      </p:sp>
      <p:cxnSp>
        <p:nvCxnSpPr>
          <p:cNvPr id="24" name="직선 연결선 23">
            <a:extLst>
              <a:ext uri="{FF2B5EF4-FFF2-40B4-BE49-F238E27FC236}">
                <a16:creationId xmlns:a16="http://schemas.microsoft.com/office/drawing/2014/main" id="{EF6F1791-FF02-2FDA-4F5D-44CDEE636F8C}"/>
              </a:ext>
            </a:extLst>
          </p:cNvPr>
          <p:cNvCxnSpPr/>
          <p:nvPr/>
        </p:nvCxnSpPr>
        <p:spPr>
          <a:xfrm flipH="1">
            <a:off x="148105" y="1379550"/>
            <a:ext cx="2945973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타원 5">
            <a:extLst>
              <a:ext uri="{FF2B5EF4-FFF2-40B4-BE49-F238E27FC236}">
                <a16:creationId xmlns:a16="http://schemas.microsoft.com/office/drawing/2014/main" id="{CEA2B6CD-6F59-45DE-B26A-1E44DF2411D7}"/>
              </a:ext>
            </a:extLst>
          </p:cNvPr>
          <p:cNvSpPr/>
          <p:nvPr/>
        </p:nvSpPr>
        <p:spPr>
          <a:xfrm>
            <a:off x="569997" y="1461828"/>
            <a:ext cx="106074" cy="10607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2574" tIns="46287" rIns="92574" bIns="46287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 sz="1822"/>
          </a:p>
        </p:txBody>
      </p:sp>
      <p:sp>
        <p:nvSpPr>
          <p:cNvPr id="20" name="타원 19">
            <a:extLst>
              <a:ext uri="{FF2B5EF4-FFF2-40B4-BE49-F238E27FC236}">
                <a16:creationId xmlns:a16="http://schemas.microsoft.com/office/drawing/2014/main" id="{5475DBC3-BF9A-42B4-81E3-C8A239B20A22}"/>
              </a:ext>
            </a:extLst>
          </p:cNvPr>
          <p:cNvSpPr/>
          <p:nvPr/>
        </p:nvSpPr>
        <p:spPr>
          <a:xfrm>
            <a:off x="1269122" y="1461828"/>
            <a:ext cx="106074" cy="106074"/>
          </a:xfrm>
          <a:prstGeom prst="ellipse">
            <a:avLst/>
          </a:prstGeom>
          <a:solidFill>
            <a:srgbClr val="F584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2574" tIns="46287" rIns="92574" bIns="46287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 sz="1822"/>
          </a:p>
        </p:txBody>
      </p:sp>
      <p:sp>
        <p:nvSpPr>
          <p:cNvPr id="22" name="타원 21">
            <a:extLst>
              <a:ext uri="{FF2B5EF4-FFF2-40B4-BE49-F238E27FC236}">
                <a16:creationId xmlns:a16="http://schemas.microsoft.com/office/drawing/2014/main" id="{AFF6DEC5-5BD9-4B7E-BF5B-F8104B5E3033}"/>
              </a:ext>
            </a:extLst>
          </p:cNvPr>
          <p:cNvSpPr/>
          <p:nvPr/>
        </p:nvSpPr>
        <p:spPr>
          <a:xfrm>
            <a:off x="1968249" y="1461828"/>
            <a:ext cx="106074" cy="106074"/>
          </a:xfrm>
          <a:prstGeom prst="ellipse">
            <a:avLst/>
          </a:prstGeom>
          <a:solidFill>
            <a:srgbClr val="00CC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2574" tIns="46287" rIns="92574" bIns="46287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 sz="1822"/>
          </a:p>
        </p:txBody>
      </p:sp>
    </p:spTree>
    <p:extLst>
      <p:ext uri="{BB962C8B-B14F-4D97-AF65-F5344CB8AC3E}">
        <p14:creationId xmlns:p14="http://schemas.microsoft.com/office/powerpoint/2010/main" val="383461105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A44891-DB0B-9038-5B25-629A4C227F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사각형: 둥근 모서리 24">
            <a:extLst>
              <a:ext uri="{FF2B5EF4-FFF2-40B4-BE49-F238E27FC236}">
                <a16:creationId xmlns:a16="http://schemas.microsoft.com/office/drawing/2014/main" id="{4D2AB74B-0885-7248-82A8-738CC227DF1C}"/>
              </a:ext>
            </a:extLst>
          </p:cNvPr>
          <p:cNvSpPr/>
          <p:nvPr/>
        </p:nvSpPr>
        <p:spPr>
          <a:xfrm>
            <a:off x="808500" y="317480"/>
            <a:ext cx="2320132" cy="387085"/>
          </a:xfrm>
          <a:prstGeom prst="roundRect">
            <a:avLst>
              <a:gd name="adj" fmla="val 11062"/>
            </a:avLst>
          </a:prstGeom>
          <a:noFill/>
          <a:ln w="635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822">
              <a:latin typeface="KoPub돋움체 Medium" panose="02020603020101020101" pitchFamily="18" charset="-127"/>
              <a:ea typeface="KoPub돋움체 Medium" panose="02020603020101020101" pitchFamily="18" charset="-127"/>
            </a:endParaRPr>
          </a:p>
        </p:txBody>
      </p:sp>
      <p:sp>
        <p:nvSpPr>
          <p:cNvPr id="26" name="사각형: 둥근 모서리 25">
            <a:extLst>
              <a:ext uri="{FF2B5EF4-FFF2-40B4-BE49-F238E27FC236}">
                <a16:creationId xmlns:a16="http://schemas.microsoft.com/office/drawing/2014/main" id="{B073FA0F-66B5-6BAF-0E1F-7AC6E77B5191}"/>
              </a:ext>
            </a:extLst>
          </p:cNvPr>
          <p:cNvSpPr/>
          <p:nvPr/>
        </p:nvSpPr>
        <p:spPr>
          <a:xfrm>
            <a:off x="808500" y="743642"/>
            <a:ext cx="2320132" cy="600342"/>
          </a:xfrm>
          <a:prstGeom prst="roundRect">
            <a:avLst>
              <a:gd name="adj" fmla="val 8451"/>
            </a:avLst>
          </a:prstGeom>
          <a:noFill/>
          <a:ln w="635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822">
              <a:latin typeface="KoPub돋움체 Medium" panose="02020603020101020101" pitchFamily="18" charset="-127"/>
              <a:ea typeface="KoPub돋움체 Medium" panose="02020603020101020101" pitchFamily="18" charset="-127"/>
            </a:endParaRPr>
          </a:p>
        </p:txBody>
      </p:sp>
      <p:sp>
        <p:nvSpPr>
          <p:cNvPr id="21" name="사각형: 둥근 모서리 20">
            <a:extLst>
              <a:ext uri="{FF2B5EF4-FFF2-40B4-BE49-F238E27FC236}">
                <a16:creationId xmlns:a16="http://schemas.microsoft.com/office/drawing/2014/main" id="{993AC22E-D82C-01DF-84E7-90AC9AD4AD3F}"/>
              </a:ext>
            </a:extLst>
          </p:cNvPr>
          <p:cNvSpPr/>
          <p:nvPr/>
        </p:nvSpPr>
        <p:spPr>
          <a:xfrm>
            <a:off x="66140" y="317480"/>
            <a:ext cx="730467" cy="387085"/>
          </a:xfrm>
          <a:prstGeom prst="roundRect">
            <a:avLst>
              <a:gd name="adj" fmla="val 11062"/>
            </a:avLst>
          </a:prstGeom>
          <a:solidFill>
            <a:schemeClr val="bg2"/>
          </a:solidFill>
          <a:ln>
            <a:noFill/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822">
              <a:latin typeface="KoPub돋움체 Medium" panose="02020603020101020101" pitchFamily="18" charset="-127"/>
              <a:ea typeface="KoPub돋움체 Medium" panose="02020603020101020101" pitchFamily="18" charset="-12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EABBF7A-4383-D72B-A05E-B56FEE94992E}"/>
              </a:ext>
            </a:extLst>
          </p:cNvPr>
          <p:cNvSpPr txBox="1"/>
          <p:nvPr/>
        </p:nvSpPr>
        <p:spPr>
          <a:xfrm>
            <a:off x="22609" y="43762"/>
            <a:ext cx="1195019" cy="1701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506" spc="-1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순천향대학교 천안병원 </a:t>
            </a:r>
            <a:r>
              <a:rPr lang="en-US" altLang="ko-KR" sz="506" spc="-1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| </a:t>
            </a:r>
            <a:r>
              <a:rPr lang="ko-KR" altLang="en-US" sz="506" spc="-1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진료지원간호팀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F3CA475-D856-01FB-19C8-E100A19DE5EF}"/>
              </a:ext>
            </a:extLst>
          </p:cNvPr>
          <p:cNvSpPr txBox="1"/>
          <p:nvPr/>
        </p:nvSpPr>
        <p:spPr>
          <a:xfrm>
            <a:off x="724855" y="409750"/>
            <a:ext cx="2660013" cy="2181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810" b="1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Case ID : </a:t>
            </a:r>
            <a:r>
              <a:rPr lang="ko-KR" altLang="en-US" sz="810" b="1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병실</a:t>
            </a:r>
            <a:r>
              <a:rPr lang="en-US" altLang="ko-KR" sz="810" b="1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-</a:t>
            </a:r>
            <a:r>
              <a:rPr lang="ko-KR" altLang="en-US" sz="810" b="1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등록</a:t>
            </a:r>
            <a:r>
              <a:rPr lang="en-US" altLang="ko-KR" sz="810" b="1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-</a:t>
            </a:r>
            <a:r>
              <a:rPr lang="ko-KR" altLang="en-US" sz="810" b="1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성함</a:t>
            </a:r>
            <a:r>
              <a:rPr lang="en-US" altLang="ko-KR" sz="810" b="1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-</a:t>
            </a:r>
            <a:r>
              <a:rPr lang="ko-KR" altLang="en-US" sz="810" b="1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교수</a:t>
            </a:r>
            <a:r>
              <a:rPr lang="en-US" altLang="ko-KR" sz="810" b="1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-</a:t>
            </a:r>
            <a:r>
              <a:rPr lang="ko-KR" altLang="en-US" sz="810" b="1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월일</a:t>
            </a:r>
            <a:r>
              <a:rPr lang="en-US" altLang="ko-KR" sz="810" b="1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-</a:t>
            </a:r>
            <a:r>
              <a:rPr lang="ko-KR" altLang="en-US" sz="810" b="1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시간</a:t>
            </a:r>
            <a:endParaRPr lang="en-US" altLang="ko-KR" sz="810" dirty="0">
              <a:solidFill>
                <a:schemeClr val="tx2">
                  <a:lumMod val="50000"/>
                </a:schemeClr>
              </a:solidFill>
              <a:latin typeface="KoPub돋움체 Medium" panose="02020603020101020101" pitchFamily="18" charset="-127"/>
              <a:ea typeface="KoPub돋움체 Medium" panose="02020603020101020101" pitchFamily="18" charset="-127"/>
            </a:endParaRPr>
          </a:p>
        </p:txBody>
      </p:sp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1B4DC618-B29F-845A-7DD8-6A834C8CEE4F}"/>
              </a:ext>
            </a:extLst>
          </p:cNvPr>
          <p:cNvSpPr/>
          <p:nvPr/>
        </p:nvSpPr>
        <p:spPr>
          <a:xfrm>
            <a:off x="66140" y="743642"/>
            <a:ext cx="730467" cy="600341"/>
          </a:xfrm>
          <a:prstGeom prst="roundRect">
            <a:avLst>
              <a:gd name="adj" fmla="val 8451"/>
            </a:avLst>
          </a:prstGeom>
          <a:solidFill>
            <a:schemeClr val="bg2"/>
          </a:solidFill>
          <a:ln>
            <a:noFill/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822">
              <a:latin typeface="KoPub돋움체 Medium" panose="02020603020101020101" pitchFamily="18" charset="-127"/>
              <a:ea typeface="KoPub돋움체 Medium" panose="02020603020101020101" pitchFamily="18" charset="-127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F29C902-63CB-1B88-5847-68EBD7D4096A}"/>
              </a:ext>
            </a:extLst>
          </p:cNvPr>
          <p:cNvSpPr txBox="1"/>
          <p:nvPr/>
        </p:nvSpPr>
        <p:spPr>
          <a:xfrm>
            <a:off x="797341" y="715821"/>
            <a:ext cx="2350672" cy="6427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810" b="1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[A] </a:t>
            </a:r>
            <a:r>
              <a:rPr lang="ko-KR" altLang="en-US" sz="810" b="1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보고 </a:t>
            </a:r>
            <a:r>
              <a:rPr lang="en-US" altLang="ko-KR" sz="810" b="1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(</a:t>
            </a:r>
            <a:r>
              <a:rPr lang="ko-KR" altLang="en-US" sz="810" b="1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병동</a:t>
            </a:r>
            <a:r>
              <a:rPr lang="en-US" altLang="ko-KR" sz="810" b="1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) : </a:t>
            </a:r>
            <a:r>
              <a:rPr lang="en-US" altLang="ko-KR" sz="810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ID / </a:t>
            </a:r>
            <a:r>
              <a:rPr lang="ko-KR" altLang="en-US" sz="810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지금 </a:t>
            </a:r>
            <a:r>
              <a:rPr lang="en-US" altLang="ko-KR" sz="810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/ </a:t>
            </a:r>
            <a:r>
              <a:rPr lang="ko-KR" altLang="en-US" sz="810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근거 </a:t>
            </a:r>
            <a:r>
              <a:rPr lang="en-US" altLang="ko-KR" sz="810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/ </a:t>
            </a:r>
            <a:r>
              <a:rPr lang="ko-KR" altLang="en-US" sz="810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요청 </a:t>
            </a:r>
            <a:r>
              <a:rPr lang="en-US" altLang="ko-KR" sz="810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/ 10·4·12</a:t>
            </a:r>
          </a:p>
          <a:p>
            <a:pPr>
              <a:lnSpc>
                <a:spcPct val="150000"/>
              </a:lnSpc>
            </a:pPr>
            <a:r>
              <a:rPr lang="en-US" altLang="ko-KR" sz="810" b="1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[C] </a:t>
            </a:r>
            <a:r>
              <a:rPr lang="ko-KR" altLang="en-US" sz="810" b="1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상황 </a:t>
            </a:r>
            <a:r>
              <a:rPr lang="en-US" altLang="ko-KR" sz="810" b="1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(PA) : </a:t>
            </a:r>
            <a:r>
              <a:rPr lang="en-US" altLang="ko-KR" sz="810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ID / </a:t>
            </a:r>
            <a:r>
              <a:rPr lang="ko-KR" altLang="en-US" sz="810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상황</a:t>
            </a:r>
            <a:r>
              <a:rPr lang="en-US" altLang="ko-KR" sz="810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(C</a:t>
            </a:r>
            <a:r>
              <a:rPr lang="ko-KR" altLang="en-US" sz="810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코드</a:t>
            </a:r>
            <a:r>
              <a:rPr lang="en-US" altLang="ko-KR" sz="810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) / </a:t>
            </a:r>
            <a:r>
              <a:rPr lang="ko-KR" altLang="en-US" sz="810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다음 </a:t>
            </a:r>
            <a:r>
              <a:rPr lang="en-US" altLang="ko-KR" sz="810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HHMM</a:t>
            </a:r>
          </a:p>
          <a:p>
            <a:pPr>
              <a:lnSpc>
                <a:spcPct val="150000"/>
              </a:lnSpc>
            </a:pPr>
            <a:r>
              <a:rPr lang="en-US" altLang="ko-KR" sz="810" b="1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[D] </a:t>
            </a:r>
            <a:r>
              <a:rPr lang="ko-KR" altLang="en-US" sz="810" b="1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완료 </a:t>
            </a:r>
            <a:r>
              <a:rPr lang="en-US" altLang="ko-KR" sz="810" b="1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(PA) : </a:t>
            </a:r>
            <a:r>
              <a:rPr lang="en-US" altLang="ko-KR" sz="810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ID / </a:t>
            </a:r>
            <a:r>
              <a:rPr lang="ko-KR" altLang="en-US" sz="810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조치결과 </a:t>
            </a:r>
            <a:r>
              <a:rPr lang="en-US" altLang="ko-KR" sz="810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/ F/U </a:t>
            </a:r>
            <a:r>
              <a:rPr lang="ko-KR" altLang="en-US" sz="810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기준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177CD16-1AA6-B8C7-0E32-C84E8AF73AC7}"/>
              </a:ext>
            </a:extLst>
          </p:cNvPr>
          <p:cNvSpPr txBox="1"/>
          <p:nvPr/>
        </p:nvSpPr>
        <p:spPr>
          <a:xfrm>
            <a:off x="248927" y="1415122"/>
            <a:ext cx="2743467" cy="2025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709" b="1" dirty="0"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 </a:t>
            </a:r>
            <a:r>
              <a:rPr lang="en-US" altLang="ko-KR" sz="709" b="1" dirty="0"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10</a:t>
            </a:r>
            <a:r>
              <a:rPr lang="ko-KR" altLang="en-US" sz="709" b="1" dirty="0"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분 </a:t>
            </a:r>
            <a:r>
              <a:rPr lang="en-US" altLang="ko-KR" sz="709" b="1" dirty="0"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: </a:t>
            </a:r>
            <a:r>
              <a:rPr lang="ko-KR" altLang="en-US" sz="709" b="1" dirty="0"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응급            </a:t>
            </a:r>
            <a:r>
              <a:rPr lang="en-US" altLang="ko-KR" sz="709" b="1" dirty="0"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4</a:t>
            </a:r>
            <a:r>
              <a:rPr lang="ko-KR" altLang="en-US" sz="709" b="1" dirty="0"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시간 </a:t>
            </a:r>
            <a:r>
              <a:rPr lang="en-US" altLang="ko-KR" sz="709" b="1" dirty="0"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: </a:t>
            </a:r>
            <a:r>
              <a:rPr lang="ko-KR" altLang="en-US" sz="709" b="1" dirty="0"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우선  </a:t>
            </a:r>
            <a:r>
              <a:rPr lang="en-US" altLang="ko-KR" sz="709" b="1" dirty="0"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       12</a:t>
            </a:r>
            <a:r>
              <a:rPr lang="ko-KR" altLang="en-US" sz="709" b="1" dirty="0"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시간 </a:t>
            </a:r>
            <a:r>
              <a:rPr lang="en-US" altLang="ko-KR" sz="709" b="1" dirty="0"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: </a:t>
            </a:r>
            <a:r>
              <a:rPr lang="ko-KR" altLang="en-US" sz="709" b="1" dirty="0"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루틴</a:t>
            </a:r>
            <a:endParaRPr lang="en-US" altLang="ko-KR" sz="709" b="1" dirty="0">
              <a:latin typeface="KoPub돋움체 Medium" panose="02020603020101020101" pitchFamily="18" charset="-127"/>
              <a:ea typeface="KoPub돋움체 Medium" panose="02020603020101020101" pitchFamily="18" charset="-127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7FFF511-7B20-E2F4-96D5-C91B888C0873}"/>
              </a:ext>
            </a:extLst>
          </p:cNvPr>
          <p:cNvSpPr txBox="1"/>
          <p:nvPr/>
        </p:nvSpPr>
        <p:spPr>
          <a:xfrm>
            <a:off x="109070" y="360049"/>
            <a:ext cx="644609" cy="34275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lang="ko-KR" altLang="en-US" sz="810" b="1" dirty="0">
                <a:solidFill>
                  <a:srgbClr val="000000"/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실전 소통</a:t>
            </a:r>
            <a:endParaRPr lang="en-US" altLang="ko-KR" sz="810" b="1" dirty="0">
              <a:solidFill>
                <a:srgbClr val="000000"/>
              </a:solidFill>
              <a:latin typeface="KoPub돋움체 Medium" panose="02020603020101020101" pitchFamily="18" charset="-127"/>
              <a:ea typeface="KoPub돋움체 Medium" panose="02020603020101020101" pitchFamily="18" charset="-127"/>
            </a:endParaRPr>
          </a:p>
          <a:p>
            <a:pPr algn="ctr"/>
            <a:r>
              <a:rPr lang="en-US" altLang="ko-KR" sz="810" b="1" dirty="0">
                <a:solidFill>
                  <a:srgbClr val="000000"/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&amp; </a:t>
            </a:r>
            <a:r>
              <a:rPr lang="ko-KR" altLang="en-US" sz="810" b="1" dirty="0">
                <a:solidFill>
                  <a:srgbClr val="000000"/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트리아제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0AC34A0-F9F3-3EDB-E7DE-AF18BCE089E6}"/>
              </a:ext>
            </a:extLst>
          </p:cNvPr>
          <p:cNvSpPr txBox="1"/>
          <p:nvPr/>
        </p:nvSpPr>
        <p:spPr>
          <a:xfrm>
            <a:off x="86350" y="932999"/>
            <a:ext cx="690049" cy="2181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lang="ko-KR" altLang="en-US" sz="810" b="1" dirty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sz="810" b="1" dirty="0">
                <a:solidFill>
                  <a:srgbClr val="000000"/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ACD Loop</a:t>
            </a:r>
            <a:endParaRPr lang="ko-KR" altLang="en-US" sz="2025" b="1" dirty="0">
              <a:solidFill>
                <a:srgbClr val="000000"/>
              </a:solidFill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</p:txBody>
      </p:sp>
      <p:cxnSp>
        <p:nvCxnSpPr>
          <p:cNvPr id="24" name="직선 연결선 23">
            <a:extLst>
              <a:ext uri="{FF2B5EF4-FFF2-40B4-BE49-F238E27FC236}">
                <a16:creationId xmlns:a16="http://schemas.microsoft.com/office/drawing/2014/main" id="{EF6F1791-FF02-2FDA-4F5D-44CDEE636F8C}"/>
              </a:ext>
            </a:extLst>
          </p:cNvPr>
          <p:cNvCxnSpPr/>
          <p:nvPr/>
        </p:nvCxnSpPr>
        <p:spPr>
          <a:xfrm flipH="1">
            <a:off x="148105" y="1379550"/>
            <a:ext cx="2945973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타원 5">
            <a:extLst>
              <a:ext uri="{FF2B5EF4-FFF2-40B4-BE49-F238E27FC236}">
                <a16:creationId xmlns:a16="http://schemas.microsoft.com/office/drawing/2014/main" id="{CEA2B6CD-6F59-45DE-B26A-1E44DF2411D7}"/>
              </a:ext>
            </a:extLst>
          </p:cNvPr>
          <p:cNvSpPr/>
          <p:nvPr/>
        </p:nvSpPr>
        <p:spPr>
          <a:xfrm>
            <a:off x="569997" y="1461828"/>
            <a:ext cx="106074" cy="10607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2574" tIns="46287" rIns="92574" bIns="46287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 sz="1822"/>
          </a:p>
        </p:txBody>
      </p:sp>
      <p:sp>
        <p:nvSpPr>
          <p:cNvPr id="20" name="타원 19">
            <a:extLst>
              <a:ext uri="{FF2B5EF4-FFF2-40B4-BE49-F238E27FC236}">
                <a16:creationId xmlns:a16="http://schemas.microsoft.com/office/drawing/2014/main" id="{5475DBC3-BF9A-42B4-81E3-C8A239B20A22}"/>
              </a:ext>
            </a:extLst>
          </p:cNvPr>
          <p:cNvSpPr/>
          <p:nvPr/>
        </p:nvSpPr>
        <p:spPr>
          <a:xfrm>
            <a:off x="1269122" y="1461828"/>
            <a:ext cx="106074" cy="106074"/>
          </a:xfrm>
          <a:prstGeom prst="ellipse">
            <a:avLst/>
          </a:prstGeom>
          <a:solidFill>
            <a:srgbClr val="F584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2574" tIns="46287" rIns="92574" bIns="46287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 sz="1822"/>
          </a:p>
        </p:txBody>
      </p:sp>
      <p:sp>
        <p:nvSpPr>
          <p:cNvPr id="22" name="타원 21">
            <a:extLst>
              <a:ext uri="{FF2B5EF4-FFF2-40B4-BE49-F238E27FC236}">
                <a16:creationId xmlns:a16="http://schemas.microsoft.com/office/drawing/2014/main" id="{AFF6DEC5-5BD9-4B7E-BF5B-F8104B5E3033}"/>
              </a:ext>
            </a:extLst>
          </p:cNvPr>
          <p:cNvSpPr/>
          <p:nvPr/>
        </p:nvSpPr>
        <p:spPr>
          <a:xfrm>
            <a:off x="1968249" y="1461828"/>
            <a:ext cx="106074" cy="106074"/>
          </a:xfrm>
          <a:prstGeom prst="ellipse">
            <a:avLst/>
          </a:prstGeom>
          <a:solidFill>
            <a:srgbClr val="00CC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2574" tIns="46287" rIns="92574" bIns="46287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 sz="1822"/>
          </a:p>
        </p:txBody>
      </p:sp>
    </p:spTree>
    <p:extLst>
      <p:ext uri="{BB962C8B-B14F-4D97-AF65-F5344CB8AC3E}">
        <p14:creationId xmlns:p14="http://schemas.microsoft.com/office/powerpoint/2010/main" val="6415327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A44891-DB0B-9038-5B25-629A4C227F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사각형: 둥근 모서리 24">
            <a:extLst>
              <a:ext uri="{FF2B5EF4-FFF2-40B4-BE49-F238E27FC236}">
                <a16:creationId xmlns:a16="http://schemas.microsoft.com/office/drawing/2014/main" id="{4D2AB74B-0885-7248-82A8-738CC227DF1C}"/>
              </a:ext>
            </a:extLst>
          </p:cNvPr>
          <p:cNvSpPr/>
          <p:nvPr/>
        </p:nvSpPr>
        <p:spPr>
          <a:xfrm>
            <a:off x="808500" y="317480"/>
            <a:ext cx="2320132" cy="387085"/>
          </a:xfrm>
          <a:prstGeom prst="roundRect">
            <a:avLst>
              <a:gd name="adj" fmla="val 11062"/>
            </a:avLst>
          </a:prstGeom>
          <a:noFill/>
          <a:ln w="635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822">
              <a:latin typeface="KoPub돋움체 Medium" panose="02020603020101020101" pitchFamily="18" charset="-127"/>
              <a:ea typeface="KoPub돋움체 Medium" panose="02020603020101020101" pitchFamily="18" charset="-127"/>
            </a:endParaRPr>
          </a:p>
        </p:txBody>
      </p:sp>
      <p:sp>
        <p:nvSpPr>
          <p:cNvPr id="26" name="사각형: 둥근 모서리 25">
            <a:extLst>
              <a:ext uri="{FF2B5EF4-FFF2-40B4-BE49-F238E27FC236}">
                <a16:creationId xmlns:a16="http://schemas.microsoft.com/office/drawing/2014/main" id="{B073FA0F-66B5-6BAF-0E1F-7AC6E77B5191}"/>
              </a:ext>
            </a:extLst>
          </p:cNvPr>
          <p:cNvSpPr/>
          <p:nvPr/>
        </p:nvSpPr>
        <p:spPr>
          <a:xfrm>
            <a:off x="808500" y="743642"/>
            <a:ext cx="2320132" cy="600342"/>
          </a:xfrm>
          <a:prstGeom prst="roundRect">
            <a:avLst>
              <a:gd name="adj" fmla="val 8451"/>
            </a:avLst>
          </a:prstGeom>
          <a:noFill/>
          <a:ln w="635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822">
              <a:latin typeface="KoPub돋움체 Medium" panose="02020603020101020101" pitchFamily="18" charset="-127"/>
              <a:ea typeface="KoPub돋움체 Medium" panose="02020603020101020101" pitchFamily="18" charset="-127"/>
            </a:endParaRPr>
          </a:p>
        </p:txBody>
      </p:sp>
      <p:sp>
        <p:nvSpPr>
          <p:cNvPr id="21" name="사각형: 둥근 모서리 20">
            <a:extLst>
              <a:ext uri="{FF2B5EF4-FFF2-40B4-BE49-F238E27FC236}">
                <a16:creationId xmlns:a16="http://schemas.microsoft.com/office/drawing/2014/main" id="{993AC22E-D82C-01DF-84E7-90AC9AD4AD3F}"/>
              </a:ext>
            </a:extLst>
          </p:cNvPr>
          <p:cNvSpPr/>
          <p:nvPr/>
        </p:nvSpPr>
        <p:spPr>
          <a:xfrm>
            <a:off x="66140" y="317480"/>
            <a:ext cx="730467" cy="387085"/>
          </a:xfrm>
          <a:prstGeom prst="roundRect">
            <a:avLst>
              <a:gd name="adj" fmla="val 11062"/>
            </a:avLst>
          </a:prstGeom>
          <a:solidFill>
            <a:schemeClr val="bg2"/>
          </a:solidFill>
          <a:ln>
            <a:noFill/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822">
              <a:latin typeface="KoPub돋움체 Medium" panose="02020603020101020101" pitchFamily="18" charset="-127"/>
              <a:ea typeface="KoPub돋움체 Medium" panose="02020603020101020101" pitchFamily="18" charset="-12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EABBF7A-4383-D72B-A05E-B56FEE94992E}"/>
              </a:ext>
            </a:extLst>
          </p:cNvPr>
          <p:cNvSpPr txBox="1"/>
          <p:nvPr/>
        </p:nvSpPr>
        <p:spPr>
          <a:xfrm>
            <a:off x="22609" y="43762"/>
            <a:ext cx="1195019" cy="1701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506" spc="-1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순천향대학교 천안병원 </a:t>
            </a:r>
            <a:r>
              <a:rPr lang="en-US" altLang="ko-KR" sz="506" spc="-1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| </a:t>
            </a:r>
            <a:r>
              <a:rPr lang="ko-KR" altLang="en-US" sz="506" spc="-1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진료지원간호팀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F3CA475-D856-01FB-19C8-E100A19DE5EF}"/>
              </a:ext>
            </a:extLst>
          </p:cNvPr>
          <p:cNvSpPr txBox="1"/>
          <p:nvPr/>
        </p:nvSpPr>
        <p:spPr>
          <a:xfrm>
            <a:off x="724855" y="409750"/>
            <a:ext cx="2660013" cy="2181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810" b="1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Case ID : </a:t>
            </a:r>
            <a:r>
              <a:rPr lang="ko-KR" altLang="en-US" sz="810" b="1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병실</a:t>
            </a:r>
            <a:r>
              <a:rPr lang="en-US" altLang="ko-KR" sz="810" b="1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-</a:t>
            </a:r>
            <a:r>
              <a:rPr lang="ko-KR" altLang="en-US" sz="810" b="1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등록</a:t>
            </a:r>
            <a:r>
              <a:rPr lang="en-US" altLang="ko-KR" sz="810" b="1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-</a:t>
            </a:r>
            <a:r>
              <a:rPr lang="ko-KR" altLang="en-US" sz="810" b="1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성함</a:t>
            </a:r>
            <a:r>
              <a:rPr lang="en-US" altLang="ko-KR" sz="810" b="1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-</a:t>
            </a:r>
            <a:r>
              <a:rPr lang="ko-KR" altLang="en-US" sz="810" b="1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교수</a:t>
            </a:r>
            <a:r>
              <a:rPr lang="en-US" altLang="ko-KR" sz="810" b="1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-</a:t>
            </a:r>
            <a:r>
              <a:rPr lang="ko-KR" altLang="en-US" sz="810" b="1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월일</a:t>
            </a:r>
            <a:r>
              <a:rPr lang="en-US" altLang="ko-KR" sz="810" b="1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-</a:t>
            </a:r>
            <a:r>
              <a:rPr lang="ko-KR" altLang="en-US" sz="810" b="1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시간</a:t>
            </a:r>
            <a:endParaRPr lang="en-US" altLang="ko-KR" sz="810" dirty="0">
              <a:solidFill>
                <a:schemeClr val="tx2">
                  <a:lumMod val="50000"/>
                </a:schemeClr>
              </a:solidFill>
              <a:latin typeface="KoPub돋움체 Medium" panose="02020603020101020101" pitchFamily="18" charset="-127"/>
              <a:ea typeface="KoPub돋움체 Medium" panose="02020603020101020101" pitchFamily="18" charset="-127"/>
            </a:endParaRPr>
          </a:p>
        </p:txBody>
      </p:sp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1B4DC618-B29F-845A-7DD8-6A834C8CEE4F}"/>
              </a:ext>
            </a:extLst>
          </p:cNvPr>
          <p:cNvSpPr/>
          <p:nvPr/>
        </p:nvSpPr>
        <p:spPr>
          <a:xfrm>
            <a:off x="66140" y="743642"/>
            <a:ext cx="730467" cy="600341"/>
          </a:xfrm>
          <a:prstGeom prst="roundRect">
            <a:avLst>
              <a:gd name="adj" fmla="val 8451"/>
            </a:avLst>
          </a:prstGeom>
          <a:solidFill>
            <a:schemeClr val="bg2"/>
          </a:solidFill>
          <a:ln>
            <a:noFill/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822">
              <a:latin typeface="KoPub돋움체 Medium" panose="02020603020101020101" pitchFamily="18" charset="-127"/>
              <a:ea typeface="KoPub돋움체 Medium" panose="02020603020101020101" pitchFamily="18" charset="-127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F29C902-63CB-1B88-5847-68EBD7D4096A}"/>
              </a:ext>
            </a:extLst>
          </p:cNvPr>
          <p:cNvSpPr txBox="1"/>
          <p:nvPr/>
        </p:nvSpPr>
        <p:spPr>
          <a:xfrm>
            <a:off x="797341" y="715821"/>
            <a:ext cx="2350672" cy="6427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810" b="1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[A] </a:t>
            </a:r>
            <a:r>
              <a:rPr lang="ko-KR" altLang="en-US" sz="810" b="1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보고 </a:t>
            </a:r>
            <a:r>
              <a:rPr lang="en-US" altLang="ko-KR" sz="810" b="1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(</a:t>
            </a:r>
            <a:r>
              <a:rPr lang="ko-KR" altLang="en-US" sz="810" b="1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병동</a:t>
            </a:r>
            <a:r>
              <a:rPr lang="en-US" altLang="ko-KR" sz="810" b="1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) : </a:t>
            </a:r>
            <a:r>
              <a:rPr lang="en-US" altLang="ko-KR" sz="810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ID / </a:t>
            </a:r>
            <a:r>
              <a:rPr lang="ko-KR" altLang="en-US" sz="810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지금 </a:t>
            </a:r>
            <a:r>
              <a:rPr lang="en-US" altLang="ko-KR" sz="810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/ </a:t>
            </a:r>
            <a:r>
              <a:rPr lang="ko-KR" altLang="en-US" sz="810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근거 </a:t>
            </a:r>
            <a:r>
              <a:rPr lang="en-US" altLang="ko-KR" sz="810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/ </a:t>
            </a:r>
            <a:r>
              <a:rPr lang="ko-KR" altLang="en-US" sz="810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요청 </a:t>
            </a:r>
            <a:r>
              <a:rPr lang="en-US" altLang="ko-KR" sz="810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/ 10·4·12</a:t>
            </a:r>
          </a:p>
          <a:p>
            <a:pPr>
              <a:lnSpc>
                <a:spcPct val="150000"/>
              </a:lnSpc>
            </a:pPr>
            <a:r>
              <a:rPr lang="en-US" altLang="ko-KR" sz="810" b="1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[C] </a:t>
            </a:r>
            <a:r>
              <a:rPr lang="ko-KR" altLang="en-US" sz="810" b="1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상황 </a:t>
            </a:r>
            <a:r>
              <a:rPr lang="en-US" altLang="ko-KR" sz="810" b="1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(PA) : </a:t>
            </a:r>
            <a:r>
              <a:rPr lang="en-US" altLang="ko-KR" sz="810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ID / </a:t>
            </a:r>
            <a:r>
              <a:rPr lang="ko-KR" altLang="en-US" sz="810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상황</a:t>
            </a:r>
            <a:r>
              <a:rPr lang="en-US" altLang="ko-KR" sz="810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(C</a:t>
            </a:r>
            <a:r>
              <a:rPr lang="ko-KR" altLang="en-US" sz="810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코드</a:t>
            </a:r>
            <a:r>
              <a:rPr lang="en-US" altLang="ko-KR" sz="810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) / </a:t>
            </a:r>
            <a:r>
              <a:rPr lang="ko-KR" altLang="en-US" sz="810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다음 </a:t>
            </a:r>
            <a:r>
              <a:rPr lang="en-US" altLang="ko-KR" sz="810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HHMM</a:t>
            </a:r>
          </a:p>
          <a:p>
            <a:pPr>
              <a:lnSpc>
                <a:spcPct val="150000"/>
              </a:lnSpc>
            </a:pPr>
            <a:r>
              <a:rPr lang="en-US" altLang="ko-KR" sz="810" b="1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[D] </a:t>
            </a:r>
            <a:r>
              <a:rPr lang="ko-KR" altLang="en-US" sz="810" b="1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완료 </a:t>
            </a:r>
            <a:r>
              <a:rPr lang="en-US" altLang="ko-KR" sz="810" b="1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(PA) : </a:t>
            </a:r>
            <a:r>
              <a:rPr lang="en-US" altLang="ko-KR" sz="810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ID / </a:t>
            </a:r>
            <a:r>
              <a:rPr lang="ko-KR" altLang="en-US" sz="810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조치결과 </a:t>
            </a:r>
            <a:r>
              <a:rPr lang="en-US" altLang="ko-KR" sz="810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/ F/U </a:t>
            </a:r>
            <a:r>
              <a:rPr lang="ko-KR" altLang="en-US" sz="810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기준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177CD16-1AA6-B8C7-0E32-C84E8AF73AC7}"/>
              </a:ext>
            </a:extLst>
          </p:cNvPr>
          <p:cNvSpPr txBox="1"/>
          <p:nvPr/>
        </p:nvSpPr>
        <p:spPr>
          <a:xfrm>
            <a:off x="248927" y="1415122"/>
            <a:ext cx="2743467" cy="2025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709" b="1" dirty="0"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 </a:t>
            </a:r>
            <a:r>
              <a:rPr lang="en-US" altLang="ko-KR" sz="709" b="1" dirty="0"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10</a:t>
            </a:r>
            <a:r>
              <a:rPr lang="ko-KR" altLang="en-US" sz="709" b="1" dirty="0"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분 </a:t>
            </a:r>
            <a:r>
              <a:rPr lang="en-US" altLang="ko-KR" sz="709" b="1" dirty="0"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: </a:t>
            </a:r>
            <a:r>
              <a:rPr lang="ko-KR" altLang="en-US" sz="709" b="1" dirty="0"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응급            </a:t>
            </a:r>
            <a:r>
              <a:rPr lang="en-US" altLang="ko-KR" sz="709" b="1" dirty="0"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4</a:t>
            </a:r>
            <a:r>
              <a:rPr lang="ko-KR" altLang="en-US" sz="709" b="1" dirty="0"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시간 </a:t>
            </a:r>
            <a:r>
              <a:rPr lang="en-US" altLang="ko-KR" sz="709" b="1" dirty="0"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: </a:t>
            </a:r>
            <a:r>
              <a:rPr lang="ko-KR" altLang="en-US" sz="709" b="1" dirty="0"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우선  </a:t>
            </a:r>
            <a:r>
              <a:rPr lang="en-US" altLang="ko-KR" sz="709" b="1" dirty="0"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       12</a:t>
            </a:r>
            <a:r>
              <a:rPr lang="ko-KR" altLang="en-US" sz="709" b="1" dirty="0"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시간 </a:t>
            </a:r>
            <a:r>
              <a:rPr lang="en-US" altLang="ko-KR" sz="709" b="1" dirty="0"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: </a:t>
            </a:r>
            <a:r>
              <a:rPr lang="ko-KR" altLang="en-US" sz="709" b="1" dirty="0"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루틴</a:t>
            </a:r>
            <a:endParaRPr lang="en-US" altLang="ko-KR" sz="709" b="1" dirty="0">
              <a:latin typeface="KoPub돋움체 Medium" panose="02020603020101020101" pitchFamily="18" charset="-127"/>
              <a:ea typeface="KoPub돋움체 Medium" panose="02020603020101020101" pitchFamily="18" charset="-127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7FFF511-7B20-E2F4-96D5-C91B888C0873}"/>
              </a:ext>
            </a:extLst>
          </p:cNvPr>
          <p:cNvSpPr txBox="1"/>
          <p:nvPr/>
        </p:nvSpPr>
        <p:spPr>
          <a:xfrm>
            <a:off x="109070" y="360049"/>
            <a:ext cx="644609" cy="34275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lang="ko-KR" altLang="en-US" sz="810" b="1" dirty="0">
                <a:solidFill>
                  <a:srgbClr val="000000"/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실전 소통</a:t>
            </a:r>
            <a:endParaRPr lang="en-US" altLang="ko-KR" sz="810" b="1" dirty="0">
              <a:solidFill>
                <a:srgbClr val="000000"/>
              </a:solidFill>
              <a:latin typeface="KoPub돋움체 Medium" panose="02020603020101020101" pitchFamily="18" charset="-127"/>
              <a:ea typeface="KoPub돋움체 Medium" panose="02020603020101020101" pitchFamily="18" charset="-127"/>
            </a:endParaRPr>
          </a:p>
          <a:p>
            <a:pPr algn="ctr"/>
            <a:r>
              <a:rPr lang="en-US" altLang="ko-KR" sz="810" b="1" dirty="0">
                <a:solidFill>
                  <a:srgbClr val="000000"/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&amp; </a:t>
            </a:r>
            <a:r>
              <a:rPr lang="ko-KR" altLang="en-US" sz="810" b="1" dirty="0">
                <a:solidFill>
                  <a:srgbClr val="000000"/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트리아제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0AC34A0-F9F3-3EDB-E7DE-AF18BCE089E6}"/>
              </a:ext>
            </a:extLst>
          </p:cNvPr>
          <p:cNvSpPr txBox="1"/>
          <p:nvPr/>
        </p:nvSpPr>
        <p:spPr>
          <a:xfrm>
            <a:off x="86350" y="932999"/>
            <a:ext cx="690049" cy="2181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lang="ko-KR" altLang="en-US" sz="810" b="1" dirty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sz="810" b="1" dirty="0">
                <a:solidFill>
                  <a:srgbClr val="000000"/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ACD Loop</a:t>
            </a:r>
            <a:endParaRPr lang="ko-KR" altLang="en-US" sz="2025" b="1" dirty="0">
              <a:solidFill>
                <a:srgbClr val="000000"/>
              </a:solidFill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</p:txBody>
      </p:sp>
      <p:cxnSp>
        <p:nvCxnSpPr>
          <p:cNvPr id="24" name="직선 연결선 23">
            <a:extLst>
              <a:ext uri="{FF2B5EF4-FFF2-40B4-BE49-F238E27FC236}">
                <a16:creationId xmlns:a16="http://schemas.microsoft.com/office/drawing/2014/main" id="{EF6F1791-FF02-2FDA-4F5D-44CDEE636F8C}"/>
              </a:ext>
            </a:extLst>
          </p:cNvPr>
          <p:cNvCxnSpPr/>
          <p:nvPr/>
        </p:nvCxnSpPr>
        <p:spPr>
          <a:xfrm flipH="1">
            <a:off x="148105" y="1379550"/>
            <a:ext cx="2945973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타원 5">
            <a:extLst>
              <a:ext uri="{FF2B5EF4-FFF2-40B4-BE49-F238E27FC236}">
                <a16:creationId xmlns:a16="http://schemas.microsoft.com/office/drawing/2014/main" id="{CEA2B6CD-6F59-45DE-B26A-1E44DF2411D7}"/>
              </a:ext>
            </a:extLst>
          </p:cNvPr>
          <p:cNvSpPr/>
          <p:nvPr/>
        </p:nvSpPr>
        <p:spPr>
          <a:xfrm>
            <a:off x="569997" y="1461828"/>
            <a:ext cx="106074" cy="10607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2574" tIns="46287" rIns="92574" bIns="46287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 sz="1822"/>
          </a:p>
        </p:txBody>
      </p:sp>
      <p:sp>
        <p:nvSpPr>
          <p:cNvPr id="20" name="타원 19">
            <a:extLst>
              <a:ext uri="{FF2B5EF4-FFF2-40B4-BE49-F238E27FC236}">
                <a16:creationId xmlns:a16="http://schemas.microsoft.com/office/drawing/2014/main" id="{5475DBC3-BF9A-42B4-81E3-C8A239B20A22}"/>
              </a:ext>
            </a:extLst>
          </p:cNvPr>
          <p:cNvSpPr/>
          <p:nvPr/>
        </p:nvSpPr>
        <p:spPr>
          <a:xfrm>
            <a:off x="1269122" y="1461828"/>
            <a:ext cx="106074" cy="106074"/>
          </a:xfrm>
          <a:prstGeom prst="ellipse">
            <a:avLst/>
          </a:prstGeom>
          <a:solidFill>
            <a:srgbClr val="F584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2574" tIns="46287" rIns="92574" bIns="46287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 sz="1822"/>
          </a:p>
        </p:txBody>
      </p:sp>
      <p:sp>
        <p:nvSpPr>
          <p:cNvPr id="22" name="타원 21">
            <a:extLst>
              <a:ext uri="{FF2B5EF4-FFF2-40B4-BE49-F238E27FC236}">
                <a16:creationId xmlns:a16="http://schemas.microsoft.com/office/drawing/2014/main" id="{AFF6DEC5-5BD9-4B7E-BF5B-F8104B5E3033}"/>
              </a:ext>
            </a:extLst>
          </p:cNvPr>
          <p:cNvSpPr/>
          <p:nvPr/>
        </p:nvSpPr>
        <p:spPr>
          <a:xfrm>
            <a:off x="1968249" y="1461828"/>
            <a:ext cx="106074" cy="106074"/>
          </a:xfrm>
          <a:prstGeom prst="ellipse">
            <a:avLst/>
          </a:prstGeom>
          <a:solidFill>
            <a:srgbClr val="00CC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2574" tIns="46287" rIns="92574" bIns="46287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 sz="1822"/>
          </a:p>
        </p:txBody>
      </p:sp>
    </p:spTree>
    <p:extLst>
      <p:ext uri="{BB962C8B-B14F-4D97-AF65-F5344CB8AC3E}">
        <p14:creationId xmlns:p14="http://schemas.microsoft.com/office/powerpoint/2010/main" val="22248895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A44891-DB0B-9038-5B25-629A4C227F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사각형: 둥근 모서리 24">
            <a:extLst>
              <a:ext uri="{FF2B5EF4-FFF2-40B4-BE49-F238E27FC236}">
                <a16:creationId xmlns:a16="http://schemas.microsoft.com/office/drawing/2014/main" id="{4D2AB74B-0885-7248-82A8-738CC227DF1C}"/>
              </a:ext>
            </a:extLst>
          </p:cNvPr>
          <p:cNvSpPr/>
          <p:nvPr/>
        </p:nvSpPr>
        <p:spPr>
          <a:xfrm>
            <a:off x="808500" y="317480"/>
            <a:ext cx="2320132" cy="387085"/>
          </a:xfrm>
          <a:prstGeom prst="roundRect">
            <a:avLst>
              <a:gd name="adj" fmla="val 11062"/>
            </a:avLst>
          </a:prstGeom>
          <a:noFill/>
          <a:ln w="635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822">
              <a:latin typeface="KoPub돋움체 Medium" panose="02020603020101020101" pitchFamily="18" charset="-127"/>
              <a:ea typeface="KoPub돋움체 Medium" panose="02020603020101020101" pitchFamily="18" charset="-127"/>
            </a:endParaRPr>
          </a:p>
        </p:txBody>
      </p:sp>
      <p:sp>
        <p:nvSpPr>
          <p:cNvPr id="26" name="사각형: 둥근 모서리 25">
            <a:extLst>
              <a:ext uri="{FF2B5EF4-FFF2-40B4-BE49-F238E27FC236}">
                <a16:creationId xmlns:a16="http://schemas.microsoft.com/office/drawing/2014/main" id="{B073FA0F-66B5-6BAF-0E1F-7AC6E77B5191}"/>
              </a:ext>
            </a:extLst>
          </p:cNvPr>
          <p:cNvSpPr/>
          <p:nvPr/>
        </p:nvSpPr>
        <p:spPr>
          <a:xfrm>
            <a:off x="808500" y="743642"/>
            <a:ext cx="2320132" cy="600342"/>
          </a:xfrm>
          <a:prstGeom prst="roundRect">
            <a:avLst>
              <a:gd name="adj" fmla="val 8451"/>
            </a:avLst>
          </a:prstGeom>
          <a:noFill/>
          <a:ln w="635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822">
              <a:latin typeface="KoPub돋움체 Medium" panose="02020603020101020101" pitchFamily="18" charset="-127"/>
              <a:ea typeface="KoPub돋움체 Medium" panose="02020603020101020101" pitchFamily="18" charset="-127"/>
            </a:endParaRPr>
          </a:p>
        </p:txBody>
      </p:sp>
      <p:sp>
        <p:nvSpPr>
          <p:cNvPr id="21" name="사각형: 둥근 모서리 20">
            <a:extLst>
              <a:ext uri="{FF2B5EF4-FFF2-40B4-BE49-F238E27FC236}">
                <a16:creationId xmlns:a16="http://schemas.microsoft.com/office/drawing/2014/main" id="{993AC22E-D82C-01DF-84E7-90AC9AD4AD3F}"/>
              </a:ext>
            </a:extLst>
          </p:cNvPr>
          <p:cNvSpPr/>
          <p:nvPr/>
        </p:nvSpPr>
        <p:spPr>
          <a:xfrm>
            <a:off x="66140" y="317480"/>
            <a:ext cx="730467" cy="387085"/>
          </a:xfrm>
          <a:prstGeom prst="roundRect">
            <a:avLst>
              <a:gd name="adj" fmla="val 11062"/>
            </a:avLst>
          </a:prstGeom>
          <a:solidFill>
            <a:schemeClr val="bg2"/>
          </a:solidFill>
          <a:ln>
            <a:noFill/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822">
              <a:latin typeface="KoPub돋움체 Medium" panose="02020603020101020101" pitchFamily="18" charset="-127"/>
              <a:ea typeface="KoPub돋움체 Medium" panose="02020603020101020101" pitchFamily="18" charset="-12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EABBF7A-4383-D72B-A05E-B56FEE94992E}"/>
              </a:ext>
            </a:extLst>
          </p:cNvPr>
          <p:cNvSpPr txBox="1"/>
          <p:nvPr/>
        </p:nvSpPr>
        <p:spPr>
          <a:xfrm>
            <a:off x="22609" y="43762"/>
            <a:ext cx="1195019" cy="1701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506" spc="-1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순천향대학교 천안병원 </a:t>
            </a:r>
            <a:r>
              <a:rPr lang="en-US" altLang="ko-KR" sz="506" spc="-1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| </a:t>
            </a:r>
            <a:r>
              <a:rPr lang="ko-KR" altLang="en-US" sz="506" spc="-1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진료지원간호팀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F3CA475-D856-01FB-19C8-E100A19DE5EF}"/>
              </a:ext>
            </a:extLst>
          </p:cNvPr>
          <p:cNvSpPr txBox="1"/>
          <p:nvPr/>
        </p:nvSpPr>
        <p:spPr>
          <a:xfrm>
            <a:off x="724855" y="409750"/>
            <a:ext cx="2660013" cy="2181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810" b="1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Case ID : </a:t>
            </a:r>
            <a:r>
              <a:rPr lang="ko-KR" altLang="en-US" sz="810" b="1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병실</a:t>
            </a:r>
            <a:r>
              <a:rPr lang="en-US" altLang="ko-KR" sz="810" b="1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-</a:t>
            </a:r>
            <a:r>
              <a:rPr lang="ko-KR" altLang="en-US" sz="810" b="1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등록</a:t>
            </a:r>
            <a:r>
              <a:rPr lang="en-US" altLang="ko-KR" sz="810" b="1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-</a:t>
            </a:r>
            <a:r>
              <a:rPr lang="ko-KR" altLang="en-US" sz="810" b="1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성함</a:t>
            </a:r>
            <a:r>
              <a:rPr lang="en-US" altLang="ko-KR" sz="810" b="1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-</a:t>
            </a:r>
            <a:r>
              <a:rPr lang="ko-KR" altLang="en-US" sz="810" b="1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교수</a:t>
            </a:r>
            <a:r>
              <a:rPr lang="en-US" altLang="ko-KR" sz="810" b="1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-</a:t>
            </a:r>
            <a:r>
              <a:rPr lang="ko-KR" altLang="en-US" sz="810" b="1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월일</a:t>
            </a:r>
            <a:r>
              <a:rPr lang="en-US" altLang="ko-KR" sz="810" b="1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-</a:t>
            </a:r>
            <a:r>
              <a:rPr lang="ko-KR" altLang="en-US" sz="810" b="1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시간</a:t>
            </a:r>
            <a:endParaRPr lang="en-US" altLang="ko-KR" sz="810" dirty="0">
              <a:solidFill>
                <a:schemeClr val="tx2">
                  <a:lumMod val="50000"/>
                </a:schemeClr>
              </a:solidFill>
              <a:latin typeface="KoPub돋움체 Medium" panose="02020603020101020101" pitchFamily="18" charset="-127"/>
              <a:ea typeface="KoPub돋움체 Medium" panose="02020603020101020101" pitchFamily="18" charset="-127"/>
            </a:endParaRPr>
          </a:p>
        </p:txBody>
      </p:sp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1B4DC618-B29F-845A-7DD8-6A834C8CEE4F}"/>
              </a:ext>
            </a:extLst>
          </p:cNvPr>
          <p:cNvSpPr/>
          <p:nvPr/>
        </p:nvSpPr>
        <p:spPr>
          <a:xfrm>
            <a:off x="66140" y="743642"/>
            <a:ext cx="730467" cy="600341"/>
          </a:xfrm>
          <a:prstGeom prst="roundRect">
            <a:avLst>
              <a:gd name="adj" fmla="val 8451"/>
            </a:avLst>
          </a:prstGeom>
          <a:solidFill>
            <a:schemeClr val="bg2"/>
          </a:solidFill>
          <a:ln>
            <a:noFill/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822">
              <a:latin typeface="KoPub돋움체 Medium" panose="02020603020101020101" pitchFamily="18" charset="-127"/>
              <a:ea typeface="KoPub돋움체 Medium" panose="02020603020101020101" pitchFamily="18" charset="-127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F29C902-63CB-1B88-5847-68EBD7D4096A}"/>
              </a:ext>
            </a:extLst>
          </p:cNvPr>
          <p:cNvSpPr txBox="1"/>
          <p:nvPr/>
        </p:nvSpPr>
        <p:spPr>
          <a:xfrm>
            <a:off x="797341" y="715821"/>
            <a:ext cx="2350672" cy="6427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810" b="1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[A] </a:t>
            </a:r>
            <a:r>
              <a:rPr lang="ko-KR" altLang="en-US" sz="810" b="1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보고 </a:t>
            </a:r>
            <a:r>
              <a:rPr lang="en-US" altLang="ko-KR" sz="810" b="1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(</a:t>
            </a:r>
            <a:r>
              <a:rPr lang="ko-KR" altLang="en-US" sz="810" b="1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병동</a:t>
            </a:r>
            <a:r>
              <a:rPr lang="en-US" altLang="ko-KR" sz="810" b="1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) : </a:t>
            </a:r>
            <a:r>
              <a:rPr lang="en-US" altLang="ko-KR" sz="810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ID / </a:t>
            </a:r>
            <a:r>
              <a:rPr lang="ko-KR" altLang="en-US" sz="810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지금 </a:t>
            </a:r>
            <a:r>
              <a:rPr lang="en-US" altLang="ko-KR" sz="810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/ </a:t>
            </a:r>
            <a:r>
              <a:rPr lang="ko-KR" altLang="en-US" sz="810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근거 </a:t>
            </a:r>
            <a:r>
              <a:rPr lang="en-US" altLang="ko-KR" sz="810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/ </a:t>
            </a:r>
            <a:r>
              <a:rPr lang="ko-KR" altLang="en-US" sz="810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요청 </a:t>
            </a:r>
            <a:r>
              <a:rPr lang="en-US" altLang="ko-KR" sz="810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/ 10·4·12</a:t>
            </a:r>
          </a:p>
          <a:p>
            <a:pPr>
              <a:lnSpc>
                <a:spcPct val="150000"/>
              </a:lnSpc>
            </a:pPr>
            <a:r>
              <a:rPr lang="en-US" altLang="ko-KR" sz="810" b="1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[C] </a:t>
            </a:r>
            <a:r>
              <a:rPr lang="ko-KR" altLang="en-US" sz="810" b="1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상황 </a:t>
            </a:r>
            <a:r>
              <a:rPr lang="en-US" altLang="ko-KR" sz="810" b="1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(PA) : </a:t>
            </a:r>
            <a:r>
              <a:rPr lang="en-US" altLang="ko-KR" sz="810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ID / </a:t>
            </a:r>
            <a:r>
              <a:rPr lang="ko-KR" altLang="en-US" sz="810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상황</a:t>
            </a:r>
            <a:r>
              <a:rPr lang="en-US" altLang="ko-KR" sz="810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(C</a:t>
            </a:r>
            <a:r>
              <a:rPr lang="ko-KR" altLang="en-US" sz="810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코드</a:t>
            </a:r>
            <a:r>
              <a:rPr lang="en-US" altLang="ko-KR" sz="810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) / </a:t>
            </a:r>
            <a:r>
              <a:rPr lang="ko-KR" altLang="en-US" sz="810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다음 </a:t>
            </a:r>
            <a:r>
              <a:rPr lang="en-US" altLang="ko-KR" sz="810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HHMM</a:t>
            </a:r>
          </a:p>
          <a:p>
            <a:pPr>
              <a:lnSpc>
                <a:spcPct val="150000"/>
              </a:lnSpc>
            </a:pPr>
            <a:r>
              <a:rPr lang="en-US" altLang="ko-KR" sz="810" b="1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[D] </a:t>
            </a:r>
            <a:r>
              <a:rPr lang="ko-KR" altLang="en-US" sz="810" b="1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완료 </a:t>
            </a:r>
            <a:r>
              <a:rPr lang="en-US" altLang="ko-KR" sz="810" b="1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(PA) : </a:t>
            </a:r>
            <a:r>
              <a:rPr lang="en-US" altLang="ko-KR" sz="810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ID / </a:t>
            </a:r>
            <a:r>
              <a:rPr lang="ko-KR" altLang="en-US" sz="810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조치결과 </a:t>
            </a:r>
            <a:r>
              <a:rPr lang="en-US" altLang="ko-KR" sz="810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/ F/U </a:t>
            </a:r>
            <a:r>
              <a:rPr lang="ko-KR" altLang="en-US" sz="810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기준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177CD16-1AA6-B8C7-0E32-C84E8AF73AC7}"/>
              </a:ext>
            </a:extLst>
          </p:cNvPr>
          <p:cNvSpPr txBox="1"/>
          <p:nvPr/>
        </p:nvSpPr>
        <p:spPr>
          <a:xfrm>
            <a:off x="248927" y="1415122"/>
            <a:ext cx="2743467" cy="2025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709" b="1" dirty="0"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 </a:t>
            </a:r>
            <a:r>
              <a:rPr lang="en-US" altLang="ko-KR" sz="709" b="1" dirty="0"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10</a:t>
            </a:r>
            <a:r>
              <a:rPr lang="ko-KR" altLang="en-US" sz="709" b="1" dirty="0"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분 </a:t>
            </a:r>
            <a:r>
              <a:rPr lang="en-US" altLang="ko-KR" sz="709" b="1" dirty="0"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: </a:t>
            </a:r>
            <a:r>
              <a:rPr lang="ko-KR" altLang="en-US" sz="709" b="1" dirty="0"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응급            </a:t>
            </a:r>
            <a:r>
              <a:rPr lang="en-US" altLang="ko-KR" sz="709" b="1" dirty="0"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4</a:t>
            </a:r>
            <a:r>
              <a:rPr lang="ko-KR" altLang="en-US" sz="709" b="1" dirty="0"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시간 </a:t>
            </a:r>
            <a:r>
              <a:rPr lang="en-US" altLang="ko-KR" sz="709" b="1" dirty="0"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: </a:t>
            </a:r>
            <a:r>
              <a:rPr lang="ko-KR" altLang="en-US" sz="709" b="1" dirty="0"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우선  </a:t>
            </a:r>
            <a:r>
              <a:rPr lang="en-US" altLang="ko-KR" sz="709" b="1" dirty="0"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       12</a:t>
            </a:r>
            <a:r>
              <a:rPr lang="ko-KR" altLang="en-US" sz="709" b="1" dirty="0"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시간 </a:t>
            </a:r>
            <a:r>
              <a:rPr lang="en-US" altLang="ko-KR" sz="709" b="1" dirty="0"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: </a:t>
            </a:r>
            <a:r>
              <a:rPr lang="ko-KR" altLang="en-US" sz="709" b="1" dirty="0"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루틴</a:t>
            </a:r>
            <a:endParaRPr lang="en-US" altLang="ko-KR" sz="709" b="1" dirty="0">
              <a:latin typeface="KoPub돋움체 Medium" panose="02020603020101020101" pitchFamily="18" charset="-127"/>
              <a:ea typeface="KoPub돋움체 Medium" panose="02020603020101020101" pitchFamily="18" charset="-127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7FFF511-7B20-E2F4-96D5-C91B888C0873}"/>
              </a:ext>
            </a:extLst>
          </p:cNvPr>
          <p:cNvSpPr txBox="1"/>
          <p:nvPr/>
        </p:nvSpPr>
        <p:spPr>
          <a:xfrm>
            <a:off x="109070" y="360049"/>
            <a:ext cx="644609" cy="34275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lang="ko-KR" altLang="en-US" sz="810" b="1" dirty="0">
                <a:solidFill>
                  <a:srgbClr val="000000"/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실전 소통</a:t>
            </a:r>
            <a:endParaRPr lang="en-US" altLang="ko-KR" sz="810" b="1" dirty="0">
              <a:solidFill>
                <a:srgbClr val="000000"/>
              </a:solidFill>
              <a:latin typeface="KoPub돋움체 Medium" panose="02020603020101020101" pitchFamily="18" charset="-127"/>
              <a:ea typeface="KoPub돋움체 Medium" panose="02020603020101020101" pitchFamily="18" charset="-127"/>
            </a:endParaRPr>
          </a:p>
          <a:p>
            <a:pPr algn="ctr"/>
            <a:r>
              <a:rPr lang="en-US" altLang="ko-KR" sz="810" b="1" dirty="0">
                <a:solidFill>
                  <a:srgbClr val="000000"/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&amp; </a:t>
            </a:r>
            <a:r>
              <a:rPr lang="ko-KR" altLang="en-US" sz="810" b="1" dirty="0">
                <a:solidFill>
                  <a:srgbClr val="000000"/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트리아제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0AC34A0-F9F3-3EDB-E7DE-AF18BCE089E6}"/>
              </a:ext>
            </a:extLst>
          </p:cNvPr>
          <p:cNvSpPr txBox="1"/>
          <p:nvPr/>
        </p:nvSpPr>
        <p:spPr>
          <a:xfrm>
            <a:off x="86350" y="932999"/>
            <a:ext cx="690049" cy="2181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lang="ko-KR" altLang="en-US" sz="810" b="1" dirty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sz="810" b="1" dirty="0">
                <a:solidFill>
                  <a:srgbClr val="000000"/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ACD Loop</a:t>
            </a:r>
            <a:endParaRPr lang="ko-KR" altLang="en-US" sz="2025" b="1" dirty="0">
              <a:solidFill>
                <a:srgbClr val="000000"/>
              </a:solidFill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</p:txBody>
      </p:sp>
      <p:cxnSp>
        <p:nvCxnSpPr>
          <p:cNvPr id="24" name="직선 연결선 23">
            <a:extLst>
              <a:ext uri="{FF2B5EF4-FFF2-40B4-BE49-F238E27FC236}">
                <a16:creationId xmlns:a16="http://schemas.microsoft.com/office/drawing/2014/main" id="{EF6F1791-FF02-2FDA-4F5D-44CDEE636F8C}"/>
              </a:ext>
            </a:extLst>
          </p:cNvPr>
          <p:cNvCxnSpPr/>
          <p:nvPr/>
        </p:nvCxnSpPr>
        <p:spPr>
          <a:xfrm flipH="1">
            <a:off x="148105" y="1379550"/>
            <a:ext cx="2945973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타원 5">
            <a:extLst>
              <a:ext uri="{FF2B5EF4-FFF2-40B4-BE49-F238E27FC236}">
                <a16:creationId xmlns:a16="http://schemas.microsoft.com/office/drawing/2014/main" id="{CEA2B6CD-6F59-45DE-B26A-1E44DF2411D7}"/>
              </a:ext>
            </a:extLst>
          </p:cNvPr>
          <p:cNvSpPr/>
          <p:nvPr/>
        </p:nvSpPr>
        <p:spPr>
          <a:xfrm>
            <a:off x="569997" y="1461828"/>
            <a:ext cx="106074" cy="10607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2574" tIns="46287" rIns="92574" bIns="46287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 sz="1822"/>
          </a:p>
        </p:txBody>
      </p:sp>
      <p:sp>
        <p:nvSpPr>
          <p:cNvPr id="20" name="타원 19">
            <a:extLst>
              <a:ext uri="{FF2B5EF4-FFF2-40B4-BE49-F238E27FC236}">
                <a16:creationId xmlns:a16="http://schemas.microsoft.com/office/drawing/2014/main" id="{5475DBC3-BF9A-42B4-81E3-C8A239B20A22}"/>
              </a:ext>
            </a:extLst>
          </p:cNvPr>
          <p:cNvSpPr/>
          <p:nvPr/>
        </p:nvSpPr>
        <p:spPr>
          <a:xfrm>
            <a:off x="1269122" y="1461828"/>
            <a:ext cx="106074" cy="106074"/>
          </a:xfrm>
          <a:prstGeom prst="ellipse">
            <a:avLst/>
          </a:prstGeom>
          <a:solidFill>
            <a:srgbClr val="F584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2574" tIns="46287" rIns="92574" bIns="46287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 sz="1822"/>
          </a:p>
        </p:txBody>
      </p:sp>
      <p:sp>
        <p:nvSpPr>
          <p:cNvPr id="22" name="타원 21">
            <a:extLst>
              <a:ext uri="{FF2B5EF4-FFF2-40B4-BE49-F238E27FC236}">
                <a16:creationId xmlns:a16="http://schemas.microsoft.com/office/drawing/2014/main" id="{AFF6DEC5-5BD9-4B7E-BF5B-F8104B5E3033}"/>
              </a:ext>
            </a:extLst>
          </p:cNvPr>
          <p:cNvSpPr/>
          <p:nvPr/>
        </p:nvSpPr>
        <p:spPr>
          <a:xfrm>
            <a:off x="1968249" y="1461828"/>
            <a:ext cx="106074" cy="106074"/>
          </a:xfrm>
          <a:prstGeom prst="ellipse">
            <a:avLst/>
          </a:prstGeom>
          <a:solidFill>
            <a:srgbClr val="00CC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2574" tIns="46287" rIns="92574" bIns="46287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 sz="1822"/>
          </a:p>
        </p:txBody>
      </p:sp>
    </p:spTree>
    <p:extLst>
      <p:ext uri="{BB962C8B-B14F-4D97-AF65-F5344CB8AC3E}">
        <p14:creationId xmlns:p14="http://schemas.microsoft.com/office/powerpoint/2010/main" val="309433126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A44891-DB0B-9038-5B25-629A4C227F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사각형: 둥근 모서리 24">
            <a:extLst>
              <a:ext uri="{FF2B5EF4-FFF2-40B4-BE49-F238E27FC236}">
                <a16:creationId xmlns:a16="http://schemas.microsoft.com/office/drawing/2014/main" id="{4D2AB74B-0885-7248-82A8-738CC227DF1C}"/>
              </a:ext>
            </a:extLst>
          </p:cNvPr>
          <p:cNvSpPr/>
          <p:nvPr/>
        </p:nvSpPr>
        <p:spPr>
          <a:xfrm>
            <a:off x="808500" y="317480"/>
            <a:ext cx="2320132" cy="387085"/>
          </a:xfrm>
          <a:prstGeom prst="roundRect">
            <a:avLst>
              <a:gd name="adj" fmla="val 11062"/>
            </a:avLst>
          </a:prstGeom>
          <a:noFill/>
          <a:ln w="635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822">
              <a:latin typeface="KoPub돋움체 Medium" panose="02020603020101020101" pitchFamily="18" charset="-127"/>
              <a:ea typeface="KoPub돋움체 Medium" panose="02020603020101020101" pitchFamily="18" charset="-127"/>
            </a:endParaRPr>
          </a:p>
        </p:txBody>
      </p:sp>
      <p:sp>
        <p:nvSpPr>
          <p:cNvPr id="26" name="사각형: 둥근 모서리 25">
            <a:extLst>
              <a:ext uri="{FF2B5EF4-FFF2-40B4-BE49-F238E27FC236}">
                <a16:creationId xmlns:a16="http://schemas.microsoft.com/office/drawing/2014/main" id="{B073FA0F-66B5-6BAF-0E1F-7AC6E77B5191}"/>
              </a:ext>
            </a:extLst>
          </p:cNvPr>
          <p:cNvSpPr/>
          <p:nvPr/>
        </p:nvSpPr>
        <p:spPr>
          <a:xfrm>
            <a:off x="808500" y="743642"/>
            <a:ext cx="2320132" cy="600342"/>
          </a:xfrm>
          <a:prstGeom prst="roundRect">
            <a:avLst>
              <a:gd name="adj" fmla="val 8451"/>
            </a:avLst>
          </a:prstGeom>
          <a:noFill/>
          <a:ln w="635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822">
              <a:latin typeface="KoPub돋움체 Medium" panose="02020603020101020101" pitchFamily="18" charset="-127"/>
              <a:ea typeface="KoPub돋움체 Medium" panose="02020603020101020101" pitchFamily="18" charset="-127"/>
            </a:endParaRPr>
          </a:p>
        </p:txBody>
      </p:sp>
      <p:sp>
        <p:nvSpPr>
          <p:cNvPr id="21" name="사각형: 둥근 모서리 20">
            <a:extLst>
              <a:ext uri="{FF2B5EF4-FFF2-40B4-BE49-F238E27FC236}">
                <a16:creationId xmlns:a16="http://schemas.microsoft.com/office/drawing/2014/main" id="{993AC22E-D82C-01DF-84E7-90AC9AD4AD3F}"/>
              </a:ext>
            </a:extLst>
          </p:cNvPr>
          <p:cNvSpPr/>
          <p:nvPr/>
        </p:nvSpPr>
        <p:spPr>
          <a:xfrm>
            <a:off x="66140" y="317480"/>
            <a:ext cx="730467" cy="387085"/>
          </a:xfrm>
          <a:prstGeom prst="roundRect">
            <a:avLst>
              <a:gd name="adj" fmla="val 11062"/>
            </a:avLst>
          </a:prstGeom>
          <a:solidFill>
            <a:schemeClr val="bg2"/>
          </a:solidFill>
          <a:ln>
            <a:noFill/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822">
              <a:latin typeface="KoPub돋움체 Medium" panose="02020603020101020101" pitchFamily="18" charset="-127"/>
              <a:ea typeface="KoPub돋움체 Medium" panose="02020603020101020101" pitchFamily="18" charset="-12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EABBF7A-4383-D72B-A05E-B56FEE94992E}"/>
              </a:ext>
            </a:extLst>
          </p:cNvPr>
          <p:cNvSpPr txBox="1"/>
          <p:nvPr/>
        </p:nvSpPr>
        <p:spPr>
          <a:xfrm>
            <a:off x="22609" y="43762"/>
            <a:ext cx="1195019" cy="1701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506" spc="-1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순천향대학교 천안병원 </a:t>
            </a:r>
            <a:r>
              <a:rPr lang="en-US" altLang="ko-KR" sz="506" spc="-1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| </a:t>
            </a:r>
            <a:r>
              <a:rPr lang="ko-KR" altLang="en-US" sz="506" spc="-1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진료지원간호팀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F3CA475-D856-01FB-19C8-E100A19DE5EF}"/>
              </a:ext>
            </a:extLst>
          </p:cNvPr>
          <p:cNvSpPr txBox="1"/>
          <p:nvPr/>
        </p:nvSpPr>
        <p:spPr>
          <a:xfrm>
            <a:off x="724855" y="409750"/>
            <a:ext cx="2660013" cy="2181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810" b="1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Case ID : </a:t>
            </a:r>
            <a:r>
              <a:rPr lang="ko-KR" altLang="en-US" sz="810" b="1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병실</a:t>
            </a:r>
            <a:r>
              <a:rPr lang="en-US" altLang="ko-KR" sz="810" b="1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-</a:t>
            </a:r>
            <a:r>
              <a:rPr lang="ko-KR" altLang="en-US" sz="810" b="1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등록</a:t>
            </a:r>
            <a:r>
              <a:rPr lang="en-US" altLang="ko-KR" sz="810" b="1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-</a:t>
            </a:r>
            <a:r>
              <a:rPr lang="ko-KR" altLang="en-US" sz="810" b="1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성함</a:t>
            </a:r>
            <a:r>
              <a:rPr lang="en-US" altLang="ko-KR" sz="810" b="1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-</a:t>
            </a:r>
            <a:r>
              <a:rPr lang="ko-KR" altLang="en-US" sz="810" b="1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교수</a:t>
            </a:r>
            <a:r>
              <a:rPr lang="en-US" altLang="ko-KR" sz="810" b="1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-</a:t>
            </a:r>
            <a:r>
              <a:rPr lang="ko-KR" altLang="en-US" sz="810" b="1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월일</a:t>
            </a:r>
            <a:r>
              <a:rPr lang="en-US" altLang="ko-KR" sz="810" b="1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-</a:t>
            </a:r>
            <a:r>
              <a:rPr lang="ko-KR" altLang="en-US" sz="810" b="1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시간</a:t>
            </a:r>
            <a:endParaRPr lang="en-US" altLang="ko-KR" sz="810" dirty="0">
              <a:solidFill>
                <a:schemeClr val="tx2">
                  <a:lumMod val="50000"/>
                </a:schemeClr>
              </a:solidFill>
              <a:latin typeface="KoPub돋움체 Medium" panose="02020603020101020101" pitchFamily="18" charset="-127"/>
              <a:ea typeface="KoPub돋움체 Medium" panose="02020603020101020101" pitchFamily="18" charset="-127"/>
            </a:endParaRPr>
          </a:p>
        </p:txBody>
      </p:sp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1B4DC618-B29F-845A-7DD8-6A834C8CEE4F}"/>
              </a:ext>
            </a:extLst>
          </p:cNvPr>
          <p:cNvSpPr/>
          <p:nvPr/>
        </p:nvSpPr>
        <p:spPr>
          <a:xfrm>
            <a:off x="66140" y="743642"/>
            <a:ext cx="730467" cy="600341"/>
          </a:xfrm>
          <a:prstGeom prst="roundRect">
            <a:avLst>
              <a:gd name="adj" fmla="val 8451"/>
            </a:avLst>
          </a:prstGeom>
          <a:solidFill>
            <a:schemeClr val="bg2"/>
          </a:solidFill>
          <a:ln>
            <a:noFill/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822">
              <a:latin typeface="KoPub돋움체 Medium" panose="02020603020101020101" pitchFamily="18" charset="-127"/>
              <a:ea typeface="KoPub돋움체 Medium" panose="02020603020101020101" pitchFamily="18" charset="-127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F29C902-63CB-1B88-5847-68EBD7D4096A}"/>
              </a:ext>
            </a:extLst>
          </p:cNvPr>
          <p:cNvSpPr txBox="1"/>
          <p:nvPr/>
        </p:nvSpPr>
        <p:spPr>
          <a:xfrm>
            <a:off x="797341" y="715821"/>
            <a:ext cx="2350672" cy="6427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810" b="1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[A] </a:t>
            </a:r>
            <a:r>
              <a:rPr lang="ko-KR" altLang="en-US" sz="810" b="1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보고 </a:t>
            </a:r>
            <a:r>
              <a:rPr lang="en-US" altLang="ko-KR" sz="810" b="1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(</a:t>
            </a:r>
            <a:r>
              <a:rPr lang="ko-KR" altLang="en-US" sz="810" b="1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병동</a:t>
            </a:r>
            <a:r>
              <a:rPr lang="en-US" altLang="ko-KR" sz="810" b="1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) : </a:t>
            </a:r>
            <a:r>
              <a:rPr lang="en-US" altLang="ko-KR" sz="810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ID / </a:t>
            </a:r>
            <a:r>
              <a:rPr lang="ko-KR" altLang="en-US" sz="810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지금 </a:t>
            </a:r>
            <a:r>
              <a:rPr lang="en-US" altLang="ko-KR" sz="810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/ </a:t>
            </a:r>
            <a:r>
              <a:rPr lang="ko-KR" altLang="en-US" sz="810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근거 </a:t>
            </a:r>
            <a:r>
              <a:rPr lang="en-US" altLang="ko-KR" sz="810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/ </a:t>
            </a:r>
            <a:r>
              <a:rPr lang="ko-KR" altLang="en-US" sz="810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요청 </a:t>
            </a:r>
            <a:r>
              <a:rPr lang="en-US" altLang="ko-KR" sz="810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/ 10·4·12</a:t>
            </a:r>
          </a:p>
          <a:p>
            <a:pPr>
              <a:lnSpc>
                <a:spcPct val="150000"/>
              </a:lnSpc>
            </a:pPr>
            <a:r>
              <a:rPr lang="en-US" altLang="ko-KR" sz="810" b="1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[C] </a:t>
            </a:r>
            <a:r>
              <a:rPr lang="ko-KR" altLang="en-US" sz="810" b="1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상황 </a:t>
            </a:r>
            <a:r>
              <a:rPr lang="en-US" altLang="ko-KR" sz="810" b="1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(PA) : </a:t>
            </a:r>
            <a:r>
              <a:rPr lang="en-US" altLang="ko-KR" sz="810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ID / </a:t>
            </a:r>
            <a:r>
              <a:rPr lang="ko-KR" altLang="en-US" sz="810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상황</a:t>
            </a:r>
            <a:r>
              <a:rPr lang="en-US" altLang="ko-KR" sz="810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(C</a:t>
            </a:r>
            <a:r>
              <a:rPr lang="ko-KR" altLang="en-US" sz="810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코드</a:t>
            </a:r>
            <a:r>
              <a:rPr lang="en-US" altLang="ko-KR" sz="810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) / </a:t>
            </a:r>
            <a:r>
              <a:rPr lang="ko-KR" altLang="en-US" sz="810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다음 </a:t>
            </a:r>
            <a:r>
              <a:rPr lang="en-US" altLang="ko-KR" sz="810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HHMM</a:t>
            </a:r>
          </a:p>
          <a:p>
            <a:pPr>
              <a:lnSpc>
                <a:spcPct val="150000"/>
              </a:lnSpc>
            </a:pPr>
            <a:r>
              <a:rPr lang="en-US" altLang="ko-KR" sz="810" b="1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[D] </a:t>
            </a:r>
            <a:r>
              <a:rPr lang="ko-KR" altLang="en-US" sz="810" b="1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완료 </a:t>
            </a:r>
            <a:r>
              <a:rPr lang="en-US" altLang="ko-KR" sz="810" b="1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(PA) : </a:t>
            </a:r>
            <a:r>
              <a:rPr lang="en-US" altLang="ko-KR" sz="810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ID / </a:t>
            </a:r>
            <a:r>
              <a:rPr lang="ko-KR" altLang="en-US" sz="810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조치결과 </a:t>
            </a:r>
            <a:r>
              <a:rPr lang="en-US" altLang="ko-KR" sz="810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/ F/U </a:t>
            </a:r>
            <a:r>
              <a:rPr lang="ko-KR" altLang="en-US" sz="810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기준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177CD16-1AA6-B8C7-0E32-C84E8AF73AC7}"/>
              </a:ext>
            </a:extLst>
          </p:cNvPr>
          <p:cNvSpPr txBox="1"/>
          <p:nvPr/>
        </p:nvSpPr>
        <p:spPr>
          <a:xfrm>
            <a:off x="248927" y="1415122"/>
            <a:ext cx="2743467" cy="2025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709" b="1" dirty="0"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 </a:t>
            </a:r>
            <a:r>
              <a:rPr lang="en-US" altLang="ko-KR" sz="709" b="1" dirty="0"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10</a:t>
            </a:r>
            <a:r>
              <a:rPr lang="ko-KR" altLang="en-US" sz="709" b="1" dirty="0"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분 </a:t>
            </a:r>
            <a:r>
              <a:rPr lang="en-US" altLang="ko-KR" sz="709" b="1" dirty="0"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: </a:t>
            </a:r>
            <a:r>
              <a:rPr lang="ko-KR" altLang="en-US" sz="709" b="1" dirty="0"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응급            </a:t>
            </a:r>
            <a:r>
              <a:rPr lang="en-US" altLang="ko-KR" sz="709" b="1" dirty="0"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4</a:t>
            </a:r>
            <a:r>
              <a:rPr lang="ko-KR" altLang="en-US" sz="709" b="1" dirty="0"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시간 </a:t>
            </a:r>
            <a:r>
              <a:rPr lang="en-US" altLang="ko-KR" sz="709" b="1" dirty="0"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: </a:t>
            </a:r>
            <a:r>
              <a:rPr lang="ko-KR" altLang="en-US" sz="709" b="1" dirty="0"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우선  </a:t>
            </a:r>
            <a:r>
              <a:rPr lang="en-US" altLang="ko-KR" sz="709" b="1" dirty="0"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       12</a:t>
            </a:r>
            <a:r>
              <a:rPr lang="ko-KR" altLang="en-US" sz="709" b="1" dirty="0"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시간 </a:t>
            </a:r>
            <a:r>
              <a:rPr lang="en-US" altLang="ko-KR" sz="709" b="1" dirty="0"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: </a:t>
            </a:r>
            <a:r>
              <a:rPr lang="ko-KR" altLang="en-US" sz="709" b="1" dirty="0"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루틴</a:t>
            </a:r>
            <a:endParaRPr lang="en-US" altLang="ko-KR" sz="709" b="1" dirty="0">
              <a:latin typeface="KoPub돋움체 Medium" panose="02020603020101020101" pitchFamily="18" charset="-127"/>
              <a:ea typeface="KoPub돋움체 Medium" panose="02020603020101020101" pitchFamily="18" charset="-127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7FFF511-7B20-E2F4-96D5-C91B888C0873}"/>
              </a:ext>
            </a:extLst>
          </p:cNvPr>
          <p:cNvSpPr txBox="1"/>
          <p:nvPr/>
        </p:nvSpPr>
        <p:spPr>
          <a:xfrm>
            <a:off x="109070" y="360049"/>
            <a:ext cx="644609" cy="34275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lang="ko-KR" altLang="en-US" sz="810" b="1" dirty="0">
                <a:solidFill>
                  <a:srgbClr val="000000"/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실전 소통</a:t>
            </a:r>
            <a:endParaRPr lang="en-US" altLang="ko-KR" sz="810" b="1" dirty="0">
              <a:solidFill>
                <a:srgbClr val="000000"/>
              </a:solidFill>
              <a:latin typeface="KoPub돋움체 Medium" panose="02020603020101020101" pitchFamily="18" charset="-127"/>
              <a:ea typeface="KoPub돋움체 Medium" panose="02020603020101020101" pitchFamily="18" charset="-127"/>
            </a:endParaRPr>
          </a:p>
          <a:p>
            <a:pPr algn="ctr"/>
            <a:r>
              <a:rPr lang="en-US" altLang="ko-KR" sz="810" b="1" dirty="0">
                <a:solidFill>
                  <a:srgbClr val="000000"/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&amp; </a:t>
            </a:r>
            <a:r>
              <a:rPr lang="ko-KR" altLang="en-US" sz="810" b="1" dirty="0">
                <a:solidFill>
                  <a:srgbClr val="000000"/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트리아제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0AC34A0-F9F3-3EDB-E7DE-AF18BCE089E6}"/>
              </a:ext>
            </a:extLst>
          </p:cNvPr>
          <p:cNvSpPr txBox="1"/>
          <p:nvPr/>
        </p:nvSpPr>
        <p:spPr>
          <a:xfrm>
            <a:off x="86350" y="932999"/>
            <a:ext cx="690049" cy="2181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lang="ko-KR" altLang="en-US" sz="810" b="1" dirty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sz="810" b="1" dirty="0">
                <a:solidFill>
                  <a:srgbClr val="000000"/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ACD Loop</a:t>
            </a:r>
            <a:endParaRPr lang="ko-KR" altLang="en-US" sz="2025" b="1" dirty="0">
              <a:solidFill>
                <a:srgbClr val="000000"/>
              </a:solidFill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</p:txBody>
      </p:sp>
      <p:cxnSp>
        <p:nvCxnSpPr>
          <p:cNvPr id="24" name="직선 연결선 23">
            <a:extLst>
              <a:ext uri="{FF2B5EF4-FFF2-40B4-BE49-F238E27FC236}">
                <a16:creationId xmlns:a16="http://schemas.microsoft.com/office/drawing/2014/main" id="{EF6F1791-FF02-2FDA-4F5D-44CDEE636F8C}"/>
              </a:ext>
            </a:extLst>
          </p:cNvPr>
          <p:cNvCxnSpPr/>
          <p:nvPr/>
        </p:nvCxnSpPr>
        <p:spPr>
          <a:xfrm flipH="1">
            <a:off x="148105" y="1379550"/>
            <a:ext cx="2945973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타원 5">
            <a:extLst>
              <a:ext uri="{FF2B5EF4-FFF2-40B4-BE49-F238E27FC236}">
                <a16:creationId xmlns:a16="http://schemas.microsoft.com/office/drawing/2014/main" id="{CEA2B6CD-6F59-45DE-B26A-1E44DF2411D7}"/>
              </a:ext>
            </a:extLst>
          </p:cNvPr>
          <p:cNvSpPr/>
          <p:nvPr/>
        </p:nvSpPr>
        <p:spPr>
          <a:xfrm>
            <a:off x="569997" y="1461828"/>
            <a:ext cx="106074" cy="10607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2574" tIns="46287" rIns="92574" bIns="46287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 sz="1822"/>
          </a:p>
        </p:txBody>
      </p:sp>
      <p:sp>
        <p:nvSpPr>
          <p:cNvPr id="20" name="타원 19">
            <a:extLst>
              <a:ext uri="{FF2B5EF4-FFF2-40B4-BE49-F238E27FC236}">
                <a16:creationId xmlns:a16="http://schemas.microsoft.com/office/drawing/2014/main" id="{5475DBC3-BF9A-42B4-81E3-C8A239B20A22}"/>
              </a:ext>
            </a:extLst>
          </p:cNvPr>
          <p:cNvSpPr/>
          <p:nvPr/>
        </p:nvSpPr>
        <p:spPr>
          <a:xfrm>
            <a:off x="1269122" y="1461828"/>
            <a:ext cx="106074" cy="106074"/>
          </a:xfrm>
          <a:prstGeom prst="ellipse">
            <a:avLst/>
          </a:prstGeom>
          <a:solidFill>
            <a:srgbClr val="F584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2574" tIns="46287" rIns="92574" bIns="46287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 sz="1822"/>
          </a:p>
        </p:txBody>
      </p:sp>
      <p:sp>
        <p:nvSpPr>
          <p:cNvPr id="22" name="타원 21">
            <a:extLst>
              <a:ext uri="{FF2B5EF4-FFF2-40B4-BE49-F238E27FC236}">
                <a16:creationId xmlns:a16="http://schemas.microsoft.com/office/drawing/2014/main" id="{AFF6DEC5-5BD9-4B7E-BF5B-F8104B5E3033}"/>
              </a:ext>
            </a:extLst>
          </p:cNvPr>
          <p:cNvSpPr/>
          <p:nvPr/>
        </p:nvSpPr>
        <p:spPr>
          <a:xfrm>
            <a:off x="1968249" y="1461828"/>
            <a:ext cx="106074" cy="106074"/>
          </a:xfrm>
          <a:prstGeom prst="ellipse">
            <a:avLst/>
          </a:prstGeom>
          <a:solidFill>
            <a:srgbClr val="00CC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2574" tIns="46287" rIns="92574" bIns="46287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 sz="1822"/>
          </a:p>
        </p:txBody>
      </p:sp>
    </p:spTree>
    <p:extLst>
      <p:ext uri="{BB962C8B-B14F-4D97-AF65-F5344CB8AC3E}">
        <p14:creationId xmlns:p14="http://schemas.microsoft.com/office/powerpoint/2010/main" val="396740573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A44891-DB0B-9038-5B25-629A4C227F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사각형: 둥근 모서리 24">
            <a:extLst>
              <a:ext uri="{FF2B5EF4-FFF2-40B4-BE49-F238E27FC236}">
                <a16:creationId xmlns:a16="http://schemas.microsoft.com/office/drawing/2014/main" id="{4D2AB74B-0885-7248-82A8-738CC227DF1C}"/>
              </a:ext>
            </a:extLst>
          </p:cNvPr>
          <p:cNvSpPr/>
          <p:nvPr/>
        </p:nvSpPr>
        <p:spPr>
          <a:xfrm>
            <a:off x="808500" y="317480"/>
            <a:ext cx="2320132" cy="387085"/>
          </a:xfrm>
          <a:prstGeom prst="roundRect">
            <a:avLst>
              <a:gd name="adj" fmla="val 11062"/>
            </a:avLst>
          </a:prstGeom>
          <a:noFill/>
          <a:ln w="635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822">
              <a:latin typeface="KoPub돋움체 Medium" panose="02020603020101020101" pitchFamily="18" charset="-127"/>
              <a:ea typeface="KoPub돋움체 Medium" panose="02020603020101020101" pitchFamily="18" charset="-127"/>
            </a:endParaRPr>
          </a:p>
        </p:txBody>
      </p:sp>
      <p:sp>
        <p:nvSpPr>
          <p:cNvPr id="26" name="사각형: 둥근 모서리 25">
            <a:extLst>
              <a:ext uri="{FF2B5EF4-FFF2-40B4-BE49-F238E27FC236}">
                <a16:creationId xmlns:a16="http://schemas.microsoft.com/office/drawing/2014/main" id="{B073FA0F-66B5-6BAF-0E1F-7AC6E77B5191}"/>
              </a:ext>
            </a:extLst>
          </p:cNvPr>
          <p:cNvSpPr/>
          <p:nvPr/>
        </p:nvSpPr>
        <p:spPr>
          <a:xfrm>
            <a:off x="808500" y="743642"/>
            <a:ext cx="2320132" cy="600342"/>
          </a:xfrm>
          <a:prstGeom prst="roundRect">
            <a:avLst>
              <a:gd name="adj" fmla="val 8451"/>
            </a:avLst>
          </a:prstGeom>
          <a:noFill/>
          <a:ln w="635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822">
              <a:latin typeface="KoPub돋움체 Medium" panose="02020603020101020101" pitchFamily="18" charset="-127"/>
              <a:ea typeface="KoPub돋움체 Medium" panose="02020603020101020101" pitchFamily="18" charset="-127"/>
            </a:endParaRPr>
          </a:p>
        </p:txBody>
      </p:sp>
      <p:sp>
        <p:nvSpPr>
          <p:cNvPr id="21" name="사각형: 둥근 모서리 20">
            <a:extLst>
              <a:ext uri="{FF2B5EF4-FFF2-40B4-BE49-F238E27FC236}">
                <a16:creationId xmlns:a16="http://schemas.microsoft.com/office/drawing/2014/main" id="{993AC22E-D82C-01DF-84E7-90AC9AD4AD3F}"/>
              </a:ext>
            </a:extLst>
          </p:cNvPr>
          <p:cNvSpPr/>
          <p:nvPr/>
        </p:nvSpPr>
        <p:spPr>
          <a:xfrm>
            <a:off x="66140" y="317480"/>
            <a:ext cx="730467" cy="387085"/>
          </a:xfrm>
          <a:prstGeom prst="roundRect">
            <a:avLst>
              <a:gd name="adj" fmla="val 11062"/>
            </a:avLst>
          </a:prstGeom>
          <a:solidFill>
            <a:schemeClr val="bg2"/>
          </a:solidFill>
          <a:ln>
            <a:noFill/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822">
              <a:latin typeface="KoPub돋움체 Medium" panose="02020603020101020101" pitchFamily="18" charset="-127"/>
              <a:ea typeface="KoPub돋움체 Medium" panose="02020603020101020101" pitchFamily="18" charset="-12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EABBF7A-4383-D72B-A05E-B56FEE94992E}"/>
              </a:ext>
            </a:extLst>
          </p:cNvPr>
          <p:cNvSpPr txBox="1"/>
          <p:nvPr/>
        </p:nvSpPr>
        <p:spPr>
          <a:xfrm>
            <a:off x="22609" y="43762"/>
            <a:ext cx="1195019" cy="1701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506" spc="-1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순천향대학교 천안병원 </a:t>
            </a:r>
            <a:r>
              <a:rPr lang="en-US" altLang="ko-KR" sz="506" spc="-1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| </a:t>
            </a:r>
            <a:r>
              <a:rPr lang="ko-KR" altLang="en-US" sz="506" spc="-1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진료지원간호팀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F3CA475-D856-01FB-19C8-E100A19DE5EF}"/>
              </a:ext>
            </a:extLst>
          </p:cNvPr>
          <p:cNvSpPr txBox="1"/>
          <p:nvPr/>
        </p:nvSpPr>
        <p:spPr>
          <a:xfrm>
            <a:off x="724855" y="409750"/>
            <a:ext cx="2660013" cy="2181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810" b="1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Case ID : </a:t>
            </a:r>
            <a:r>
              <a:rPr lang="ko-KR" altLang="en-US" sz="810" b="1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병실</a:t>
            </a:r>
            <a:r>
              <a:rPr lang="en-US" altLang="ko-KR" sz="810" b="1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-</a:t>
            </a:r>
            <a:r>
              <a:rPr lang="ko-KR" altLang="en-US" sz="810" b="1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등록</a:t>
            </a:r>
            <a:r>
              <a:rPr lang="en-US" altLang="ko-KR" sz="810" b="1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-</a:t>
            </a:r>
            <a:r>
              <a:rPr lang="ko-KR" altLang="en-US" sz="810" b="1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성함</a:t>
            </a:r>
            <a:r>
              <a:rPr lang="en-US" altLang="ko-KR" sz="810" b="1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-</a:t>
            </a:r>
            <a:r>
              <a:rPr lang="ko-KR" altLang="en-US" sz="810" b="1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교수</a:t>
            </a:r>
            <a:r>
              <a:rPr lang="en-US" altLang="ko-KR" sz="810" b="1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-</a:t>
            </a:r>
            <a:r>
              <a:rPr lang="ko-KR" altLang="en-US" sz="810" b="1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월일</a:t>
            </a:r>
            <a:r>
              <a:rPr lang="en-US" altLang="ko-KR" sz="810" b="1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-</a:t>
            </a:r>
            <a:r>
              <a:rPr lang="ko-KR" altLang="en-US" sz="810" b="1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시간</a:t>
            </a:r>
            <a:endParaRPr lang="en-US" altLang="ko-KR" sz="810" dirty="0">
              <a:solidFill>
                <a:schemeClr val="tx2">
                  <a:lumMod val="50000"/>
                </a:schemeClr>
              </a:solidFill>
              <a:latin typeface="KoPub돋움체 Medium" panose="02020603020101020101" pitchFamily="18" charset="-127"/>
              <a:ea typeface="KoPub돋움체 Medium" panose="02020603020101020101" pitchFamily="18" charset="-127"/>
            </a:endParaRPr>
          </a:p>
        </p:txBody>
      </p:sp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1B4DC618-B29F-845A-7DD8-6A834C8CEE4F}"/>
              </a:ext>
            </a:extLst>
          </p:cNvPr>
          <p:cNvSpPr/>
          <p:nvPr/>
        </p:nvSpPr>
        <p:spPr>
          <a:xfrm>
            <a:off x="66140" y="743642"/>
            <a:ext cx="730467" cy="600341"/>
          </a:xfrm>
          <a:prstGeom prst="roundRect">
            <a:avLst>
              <a:gd name="adj" fmla="val 8451"/>
            </a:avLst>
          </a:prstGeom>
          <a:solidFill>
            <a:schemeClr val="bg2"/>
          </a:solidFill>
          <a:ln>
            <a:noFill/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822">
              <a:latin typeface="KoPub돋움체 Medium" panose="02020603020101020101" pitchFamily="18" charset="-127"/>
              <a:ea typeface="KoPub돋움체 Medium" panose="02020603020101020101" pitchFamily="18" charset="-127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F29C902-63CB-1B88-5847-68EBD7D4096A}"/>
              </a:ext>
            </a:extLst>
          </p:cNvPr>
          <p:cNvSpPr txBox="1"/>
          <p:nvPr/>
        </p:nvSpPr>
        <p:spPr>
          <a:xfrm>
            <a:off x="797341" y="715821"/>
            <a:ext cx="2350672" cy="6427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810" b="1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[A] </a:t>
            </a:r>
            <a:r>
              <a:rPr lang="ko-KR" altLang="en-US" sz="810" b="1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보고 </a:t>
            </a:r>
            <a:r>
              <a:rPr lang="en-US" altLang="ko-KR" sz="810" b="1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(</a:t>
            </a:r>
            <a:r>
              <a:rPr lang="ko-KR" altLang="en-US" sz="810" b="1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병동</a:t>
            </a:r>
            <a:r>
              <a:rPr lang="en-US" altLang="ko-KR" sz="810" b="1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) : </a:t>
            </a:r>
            <a:r>
              <a:rPr lang="en-US" altLang="ko-KR" sz="810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ID / </a:t>
            </a:r>
            <a:r>
              <a:rPr lang="ko-KR" altLang="en-US" sz="810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지금 </a:t>
            </a:r>
            <a:r>
              <a:rPr lang="en-US" altLang="ko-KR" sz="810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/ </a:t>
            </a:r>
            <a:r>
              <a:rPr lang="ko-KR" altLang="en-US" sz="810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근거 </a:t>
            </a:r>
            <a:r>
              <a:rPr lang="en-US" altLang="ko-KR" sz="810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/ </a:t>
            </a:r>
            <a:r>
              <a:rPr lang="ko-KR" altLang="en-US" sz="810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요청 </a:t>
            </a:r>
            <a:r>
              <a:rPr lang="en-US" altLang="ko-KR" sz="810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/ 10·4·12</a:t>
            </a:r>
          </a:p>
          <a:p>
            <a:pPr>
              <a:lnSpc>
                <a:spcPct val="150000"/>
              </a:lnSpc>
            </a:pPr>
            <a:r>
              <a:rPr lang="en-US" altLang="ko-KR" sz="810" b="1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[C] </a:t>
            </a:r>
            <a:r>
              <a:rPr lang="ko-KR" altLang="en-US" sz="810" b="1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상황 </a:t>
            </a:r>
            <a:r>
              <a:rPr lang="en-US" altLang="ko-KR" sz="810" b="1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(PA) : </a:t>
            </a:r>
            <a:r>
              <a:rPr lang="en-US" altLang="ko-KR" sz="810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ID / </a:t>
            </a:r>
            <a:r>
              <a:rPr lang="ko-KR" altLang="en-US" sz="810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상황</a:t>
            </a:r>
            <a:r>
              <a:rPr lang="en-US" altLang="ko-KR" sz="810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(C</a:t>
            </a:r>
            <a:r>
              <a:rPr lang="ko-KR" altLang="en-US" sz="810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코드</a:t>
            </a:r>
            <a:r>
              <a:rPr lang="en-US" altLang="ko-KR" sz="810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) / </a:t>
            </a:r>
            <a:r>
              <a:rPr lang="ko-KR" altLang="en-US" sz="810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다음 </a:t>
            </a:r>
            <a:r>
              <a:rPr lang="en-US" altLang="ko-KR" sz="810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HHMM</a:t>
            </a:r>
          </a:p>
          <a:p>
            <a:pPr>
              <a:lnSpc>
                <a:spcPct val="150000"/>
              </a:lnSpc>
            </a:pPr>
            <a:r>
              <a:rPr lang="en-US" altLang="ko-KR" sz="810" b="1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[D] </a:t>
            </a:r>
            <a:r>
              <a:rPr lang="ko-KR" altLang="en-US" sz="810" b="1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완료 </a:t>
            </a:r>
            <a:r>
              <a:rPr lang="en-US" altLang="ko-KR" sz="810" b="1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(PA) : </a:t>
            </a:r>
            <a:r>
              <a:rPr lang="en-US" altLang="ko-KR" sz="810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ID / </a:t>
            </a:r>
            <a:r>
              <a:rPr lang="ko-KR" altLang="en-US" sz="810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조치결과 </a:t>
            </a:r>
            <a:r>
              <a:rPr lang="en-US" altLang="ko-KR" sz="810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/ F/U </a:t>
            </a:r>
            <a:r>
              <a:rPr lang="ko-KR" altLang="en-US" sz="810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기준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177CD16-1AA6-B8C7-0E32-C84E8AF73AC7}"/>
              </a:ext>
            </a:extLst>
          </p:cNvPr>
          <p:cNvSpPr txBox="1"/>
          <p:nvPr/>
        </p:nvSpPr>
        <p:spPr>
          <a:xfrm>
            <a:off x="248927" y="1415122"/>
            <a:ext cx="2743467" cy="2025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709" b="1" dirty="0"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 </a:t>
            </a:r>
            <a:r>
              <a:rPr lang="en-US" altLang="ko-KR" sz="709" b="1" dirty="0"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10</a:t>
            </a:r>
            <a:r>
              <a:rPr lang="ko-KR" altLang="en-US" sz="709" b="1" dirty="0"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분 </a:t>
            </a:r>
            <a:r>
              <a:rPr lang="en-US" altLang="ko-KR" sz="709" b="1" dirty="0"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: </a:t>
            </a:r>
            <a:r>
              <a:rPr lang="ko-KR" altLang="en-US" sz="709" b="1" dirty="0"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응급            </a:t>
            </a:r>
            <a:r>
              <a:rPr lang="en-US" altLang="ko-KR" sz="709" b="1" dirty="0"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4</a:t>
            </a:r>
            <a:r>
              <a:rPr lang="ko-KR" altLang="en-US" sz="709" b="1" dirty="0"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시간 </a:t>
            </a:r>
            <a:r>
              <a:rPr lang="en-US" altLang="ko-KR" sz="709" b="1" dirty="0"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: </a:t>
            </a:r>
            <a:r>
              <a:rPr lang="ko-KR" altLang="en-US" sz="709" b="1" dirty="0"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우선  </a:t>
            </a:r>
            <a:r>
              <a:rPr lang="en-US" altLang="ko-KR" sz="709" b="1" dirty="0"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       12</a:t>
            </a:r>
            <a:r>
              <a:rPr lang="ko-KR" altLang="en-US" sz="709" b="1" dirty="0"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시간 </a:t>
            </a:r>
            <a:r>
              <a:rPr lang="en-US" altLang="ko-KR" sz="709" b="1" dirty="0"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: </a:t>
            </a:r>
            <a:r>
              <a:rPr lang="ko-KR" altLang="en-US" sz="709" b="1" dirty="0"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루틴</a:t>
            </a:r>
            <a:endParaRPr lang="en-US" altLang="ko-KR" sz="709" b="1" dirty="0">
              <a:latin typeface="KoPub돋움체 Medium" panose="02020603020101020101" pitchFamily="18" charset="-127"/>
              <a:ea typeface="KoPub돋움체 Medium" panose="02020603020101020101" pitchFamily="18" charset="-127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7FFF511-7B20-E2F4-96D5-C91B888C0873}"/>
              </a:ext>
            </a:extLst>
          </p:cNvPr>
          <p:cNvSpPr txBox="1"/>
          <p:nvPr/>
        </p:nvSpPr>
        <p:spPr>
          <a:xfrm>
            <a:off x="109070" y="360049"/>
            <a:ext cx="644609" cy="34275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lang="ko-KR" altLang="en-US" sz="810" b="1" dirty="0">
                <a:solidFill>
                  <a:srgbClr val="000000"/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실전 소통</a:t>
            </a:r>
            <a:endParaRPr lang="en-US" altLang="ko-KR" sz="810" b="1" dirty="0">
              <a:solidFill>
                <a:srgbClr val="000000"/>
              </a:solidFill>
              <a:latin typeface="KoPub돋움체 Medium" panose="02020603020101020101" pitchFamily="18" charset="-127"/>
              <a:ea typeface="KoPub돋움체 Medium" panose="02020603020101020101" pitchFamily="18" charset="-127"/>
            </a:endParaRPr>
          </a:p>
          <a:p>
            <a:pPr algn="ctr"/>
            <a:r>
              <a:rPr lang="en-US" altLang="ko-KR" sz="810" b="1" dirty="0">
                <a:solidFill>
                  <a:srgbClr val="000000"/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&amp; </a:t>
            </a:r>
            <a:r>
              <a:rPr lang="ko-KR" altLang="en-US" sz="810" b="1" dirty="0">
                <a:solidFill>
                  <a:srgbClr val="000000"/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트리아제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0AC34A0-F9F3-3EDB-E7DE-AF18BCE089E6}"/>
              </a:ext>
            </a:extLst>
          </p:cNvPr>
          <p:cNvSpPr txBox="1"/>
          <p:nvPr/>
        </p:nvSpPr>
        <p:spPr>
          <a:xfrm>
            <a:off x="86350" y="932999"/>
            <a:ext cx="690049" cy="2181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lang="ko-KR" altLang="en-US" sz="810" b="1" dirty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sz="810" b="1" dirty="0">
                <a:solidFill>
                  <a:srgbClr val="000000"/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ACD Loop</a:t>
            </a:r>
            <a:endParaRPr lang="ko-KR" altLang="en-US" sz="2025" b="1" dirty="0">
              <a:solidFill>
                <a:srgbClr val="000000"/>
              </a:solidFill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</p:txBody>
      </p:sp>
      <p:cxnSp>
        <p:nvCxnSpPr>
          <p:cNvPr id="24" name="직선 연결선 23">
            <a:extLst>
              <a:ext uri="{FF2B5EF4-FFF2-40B4-BE49-F238E27FC236}">
                <a16:creationId xmlns:a16="http://schemas.microsoft.com/office/drawing/2014/main" id="{EF6F1791-FF02-2FDA-4F5D-44CDEE636F8C}"/>
              </a:ext>
            </a:extLst>
          </p:cNvPr>
          <p:cNvCxnSpPr/>
          <p:nvPr/>
        </p:nvCxnSpPr>
        <p:spPr>
          <a:xfrm flipH="1">
            <a:off x="148105" y="1379550"/>
            <a:ext cx="2945973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타원 5">
            <a:extLst>
              <a:ext uri="{FF2B5EF4-FFF2-40B4-BE49-F238E27FC236}">
                <a16:creationId xmlns:a16="http://schemas.microsoft.com/office/drawing/2014/main" id="{CEA2B6CD-6F59-45DE-B26A-1E44DF2411D7}"/>
              </a:ext>
            </a:extLst>
          </p:cNvPr>
          <p:cNvSpPr/>
          <p:nvPr/>
        </p:nvSpPr>
        <p:spPr>
          <a:xfrm>
            <a:off x="569997" y="1461828"/>
            <a:ext cx="106074" cy="10607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2574" tIns="46287" rIns="92574" bIns="46287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 sz="1822"/>
          </a:p>
        </p:txBody>
      </p:sp>
      <p:sp>
        <p:nvSpPr>
          <p:cNvPr id="20" name="타원 19">
            <a:extLst>
              <a:ext uri="{FF2B5EF4-FFF2-40B4-BE49-F238E27FC236}">
                <a16:creationId xmlns:a16="http://schemas.microsoft.com/office/drawing/2014/main" id="{5475DBC3-BF9A-42B4-81E3-C8A239B20A22}"/>
              </a:ext>
            </a:extLst>
          </p:cNvPr>
          <p:cNvSpPr/>
          <p:nvPr/>
        </p:nvSpPr>
        <p:spPr>
          <a:xfrm>
            <a:off x="1269122" y="1461828"/>
            <a:ext cx="106074" cy="106074"/>
          </a:xfrm>
          <a:prstGeom prst="ellipse">
            <a:avLst/>
          </a:prstGeom>
          <a:solidFill>
            <a:srgbClr val="F584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2574" tIns="46287" rIns="92574" bIns="46287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 sz="1822"/>
          </a:p>
        </p:txBody>
      </p:sp>
      <p:sp>
        <p:nvSpPr>
          <p:cNvPr id="22" name="타원 21">
            <a:extLst>
              <a:ext uri="{FF2B5EF4-FFF2-40B4-BE49-F238E27FC236}">
                <a16:creationId xmlns:a16="http://schemas.microsoft.com/office/drawing/2014/main" id="{AFF6DEC5-5BD9-4B7E-BF5B-F8104B5E3033}"/>
              </a:ext>
            </a:extLst>
          </p:cNvPr>
          <p:cNvSpPr/>
          <p:nvPr/>
        </p:nvSpPr>
        <p:spPr>
          <a:xfrm>
            <a:off x="1968249" y="1461828"/>
            <a:ext cx="106074" cy="106074"/>
          </a:xfrm>
          <a:prstGeom prst="ellipse">
            <a:avLst/>
          </a:prstGeom>
          <a:solidFill>
            <a:srgbClr val="00CC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2574" tIns="46287" rIns="92574" bIns="46287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 sz="1822"/>
          </a:p>
        </p:txBody>
      </p:sp>
    </p:spTree>
    <p:extLst>
      <p:ext uri="{BB962C8B-B14F-4D97-AF65-F5344CB8AC3E}">
        <p14:creationId xmlns:p14="http://schemas.microsoft.com/office/powerpoint/2010/main" val="361601307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 테마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테마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3395</TotalTime>
  <Words>534</Words>
  <Application>Microsoft Office PowerPoint</Application>
  <PresentationFormat>사용자 지정</PresentationFormat>
  <Paragraphs>54</Paragraphs>
  <Slides>6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7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6</vt:i4>
      </vt:variant>
    </vt:vector>
  </HeadingPairs>
  <TitlesOfParts>
    <vt:vector size="14" baseType="lpstr">
      <vt:lpstr>KoPub돋움체 Bold</vt:lpstr>
      <vt:lpstr>KoPub돋움체 Light</vt:lpstr>
      <vt:lpstr>KoPub돋움체 Medium</vt:lpstr>
      <vt:lpstr>맑은 고딕</vt:lpstr>
      <vt:lpstr>Arial</vt:lpstr>
      <vt:lpstr>Calibri</vt:lpstr>
      <vt:lpstr>Calibri Light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라희 임</dc:creator>
  <cp:lastModifiedBy>성민 임</cp:lastModifiedBy>
  <cp:revision>2291</cp:revision>
  <cp:lastPrinted>2026-04-09T11:45:46Z</cp:lastPrinted>
  <dcterms:created xsi:type="dcterms:W3CDTF">2025-05-04T13:56:03Z</dcterms:created>
  <dcterms:modified xsi:type="dcterms:W3CDTF">2026-04-09T11:49:38Z</dcterms:modified>
</cp:coreProperties>
</file>