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8"/>
  </p:notesMasterIdLst>
  <p:sldIdLst>
    <p:sldId id="262" r:id="rId2"/>
    <p:sldId id="263" r:id="rId3"/>
    <p:sldId id="264" r:id="rId4"/>
    <p:sldId id="265" r:id="rId5"/>
    <p:sldId id="266" r:id="rId6"/>
    <p:sldId id="267" r:id="rId7"/>
  </p:sldIdLst>
  <p:sldSz cx="3240088" cy="1800225"/>
  <p:notesSz cx="9945688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21" userDrawn="1">
          <p15:clr>
            <a:srgbClr val="A4A3A4"/>
          </p15:clr>
        </p15:guide>
        <p15:guide id="9" pos="132" userDrawn="1">
          <p15:clr>
            <a:srgbClr val="A4A3A4"/>
          </p15:clr>
        </p15:guide>
        <p15:guide id="10" pos="19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E2CFF1"/>
    <a:srgbClr val="CC00FF"/>
    <a:srgbClr val="006E99"/>
    <a:srgbClr val="009BD6"/>
    <a:srgbClr val="1E5691"/>
    <a:srgbClr val="DDF6FF"/>
    <a:srgbClr val="F58400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369" d="100"/>
          <a:sy n="369" d="100"/>
        </p:scale>
        <p:origin x="1356" y="276"/>
      </p:cViewPr>
      <p:guideLst>
        <p:guide orient="horz" pos="567"/>
        <p:guide orient="horz" pos="201"/>
        <p:guide orient="horz" pos="1042"/>
        <p:guide pos="1021"/>
        <p:guide pos="132"/>
        <p:guide pos="190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3596" y="1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889250" y="855663"/>
            <a:ext cx="4167188" cy="2316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4569" y="3300377"/>
            <a:ext cx="7956550" cy="2700509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4" y="6514280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3596" y="6514280"/>
            <a:ext cx="4309798" cy="343722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11" y="294620"/>
            <a:ext cx="2430066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945535"/>
            <a:ext cx="2430066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375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003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8" y="448807"/>
            <a:ext cx="2794576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8" y="1204734"/>
            <a:ext cx="2794576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871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1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95846"/>
            <a:ext cx="2794576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441305"/>
            <a:ext cx="137070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657582"/>
            <a:ext cx="137070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441305"/>
            <a:ext cx="137745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657582"/>
            <a:ext cx="137745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050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343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38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259199"/>
            <a:ext cx="1640295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658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259199"/>
            <a:ext cx="1640295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249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027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95846"/>
            <a:ext cx="698644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95846"/>
            <a:ext cx="2055431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396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909" y="30482"/>
            <a:ext cx="3182265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0825" y="81588"/>
            <a:ext cx="363162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98273" y="1569905"/>
            <a:ext cx="114181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451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2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9499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90773" y="1686920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7923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63523" y="1707219"/>
            <a:ext cx="290464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95846"/>
            <a:ext cx="2794576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479227"/>
            <a:ext cx="2794576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1668542"/>
            <a:ext cx="109353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659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D2AB74B-0885-7248-82A8-738CC227DF1C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73FA0F-66B5-6BAF-0E1F-7AC6E77B5191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93AC22E-D82C-01DF-84E7-90AC9AD4AD3F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3CA475-D856-01FB-19C8-E100A19DE5EF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4DC618-B29F-845A-7DD8-6A834C8CEE4F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C902-63CB-1B88-5847-68EBD7D4096A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7CD16-1AA6-B8C7-0E32-C84E8AF73AC7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28A249-57BD-B8C5-F243-8E09603FB635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A14600-6A4E-68DE-AE93-F9D76C812333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547C35-0538-3980-F43F-51DCC8C2C5B7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FFF511-7B20-E2F4-96D5-C91B888C0873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C34A0-F9F3-3EDB-E7DE-AF18BCE089E6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F6F1791-FF02-2FDA-4F5D-44CDEE636F8C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CC02FF7-A679-B89A-005B-137BDE8C1901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BF33BF-AF8E-EFE0-9534-14A99E5444ED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4611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40CDB-3E91-ABCE-1BD5-4D9FDAE6A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A8D77AA-F78F-8F77-56BF-C23636DA8DA8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3D0F2D9-544B-913E-AC0F-8F8835A9FEE8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5058D95-90AD-1016-2E65-18605E3E9BE6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97FB0F-28C7-082B-5253-34A585B2CFBE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AFD240-698E-9E23-3D0A-DE05664DEE0A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3A3AE0C8-4C24-C963-70A7-4C53F40E0437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91029-4C1F-8C06-664E-1235ADC9A9DE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FB947E-9115-317B-5CB8-04B325AD248F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683F1A-1C5C-B4B7-1064-31763EC0D2DC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030167-CC51-1FAC-95B8-5C5BF0EA07B3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76899E-FBBD-7633-0047-7ECA96232A65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897FDB-79ED-7E65-078D-DE9EB6E9F576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305ABC-9E1A-332B-2D40-4B8E3980D595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AEA05CEA-141B-2837-C5B2-AC41CE533AC8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56B8E54-16DE-3797-7D73-8F1C9E349A75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D9F539-E29E-6ABC-75F6-A769F6B3357F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9975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F488-FE44-C190-3070-1EF1EC6E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8630C7C-90BA-384A-7088-23B2E6D4A493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CB73556-49F1-E266-704E-FBB1F0859CDE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15D1832-05AD-47D8-A21F-8EB177D40E79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97C886-E762-C2A7-B616-65B9C8FAE37D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081E0D-5034-CE30-BBA5-C787C5A36A77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98811E5-5D10-5386-8577-DD276BEE5594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CF7331-ADDF-3ADF-F46B-2135DFDCF92B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FF78CD-C9B2-2F1C-9804-4C2D6804A637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ABE135-7B3A-8D72-9803-8378CB7F8077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396CFC-A3AA-3CCB-1307-900AA87E7E1F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534644-BA40-4725-513D-C54764BC4A0B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EF3F77-52F3-638E-D00D-DF2A04B91F01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F9010E-3965-D159-1379-71F558280C54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10B4FC6C-D98D-ACEB-E494-CDD314CFB792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DDA56DB-5278-E67F-17C1-FABC9AC0DE35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0B856A-789C-5151-0D1D-AD72CEE52CD9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8984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F01F8-B307-51BC-8498-D7F5034A4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F70AB006-7788-AB88-73CD-82A1110E3AB2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1064822-8A2C-CE4A-ADB6-813379F875CA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FDD391B-618B-864D-A948-0D4A3B14CF50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E5EE1-A47B-523B-9F3A-FDA75F5D4857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DA1C98-CD75-8857-FB97-EAF56CFBA76B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B53F21F-0B6F-FA4D-FE29-00382B412444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258930-DA21-24FF-6ED2-FE0D384A5431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3E9192-D4C6-D5FC-25CE-304BA913006E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DA0685-3108-7CD3-A56E-E194754F4EB1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EC236D-4C8F-B27B-C223-22203844EE43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709CB8-D3BF-D4A1-8968-C17B6146EE58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FEEA1B-C965-9DE9-736D-FD3A4E8CD6D3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A3BD76-CE9A-B99D-13F5-EF8F3A03127B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75BED3F-3CD3-A3D6-8C9E-96604971B862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6C7134A-DF7A-AA66-74CD-C25D3FBCD159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3D299-82E8-94F6-0CE7-BAA91B9B6D4E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6426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5ABDA-6B0F-307A-10A2-CC4318BD5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B4A6F20-08F7-8670-FF90-A2F6D9257CE4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3D2FD58-C638-FE51-15CC-7228A1E43ECD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3B0AE6C-7FEF-7C6F-7FFB-3CF01BB64E91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1A11B5-E8EC-3513-462C-5C1776F96158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5509E1-97B4-B624-990C-DBE0112B718A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A9E6AF-C77C-66B7-21D3-5A689C12E688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5AA328-5452-AEA8-F571-861C52E18CA0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0923BD-66CB-32D0-C0A0-88C96B83B379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16D1D3-9352-C85F-6F26-114DBB4C4C80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862103-5AE5-B6D2-424A-7A899873504D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70FEB9-BF0C-EAFC-0218-8EEB3297BC32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F4DD8B-5AF2-296F-E5AD-8975D0560067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7B8D6B-4766-F742-2105-03143A0629EF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6C400830-1BEF-FF7F-FC03-4BEE17ECC247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F3CE021-9C90-4B71-83E1-DC009654F2FF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A3DB21-65F5-35BB-83C9-8DA858BD88D8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9585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B05A-3E6B-3247-4A65-E5763C441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F14530EE-6C6E-00B8-04DA-86394A15B6DC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14A8FD-F140-B902-7F8F-01BACF978DB3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34867447-CBBA-A163-C030-01D16F0AA44F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10C9D4-2974-A5E1-61C1-8D6C17866098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15FF55-D65C-D72A-F9C2-60767170D9B2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4D2629A-B95B-40C6-8D84-8DDD332B7253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C45383-A445-2A0A-63A4-FD139F13FF2C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108A57-9699-58DA-2060-EF9B8299ACFF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7989B5-3860-0F23-EEBF-DC0646A473EF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0F2C7A-C4DB-8609-70A0-9E7C81230870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5E2FEB-6F9F-AC7E-72C2-29A93762E4EF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E97406-7C69-4EA0-ABFB-0F3257B0935A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5388BE-7D3A-F30E-B956-7A464AA3BC38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AEC697FC-4126-4CEA-8C24-61ABFF83A8E9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A1CB27F-84FF-A386-7166-BFE14401292E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4958C-6E0E-7166-50FB-4955804D4818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8756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3378</TotalTime>
  <Words>564</Words>
  <Application>Microsoft Office PowerPoint</Application>
  <PresentationFormat>사용자 지정</PresentationFormat>
  <Paragraphs>84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KoPub돋움체 Bold</vt:lpstr>
      <vt:lpstr>KoPub돋움체 Light</vt:lpstr>
      <vt:lpstr>KoPub돋움체 Medium</vt:lpstr>
      <vt:lpstr>맑은 고딕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라희 임</dc:creator>
  <cp:lastModifiedBy>라희 임</cp:lastModifiedBy>
  <cp:revision>2276</cp:revision>
  <cp:lastPrinted>2026-03-02T14:34:17Z</cp:lastPrinted>
  <dcterms:created xsi:type="dcterms:W3CDTF">2025-05-04T13:56:03Z</dcterms:created>
  <dcterms:modified xsi:type="dcterms:W3CDTF">2026-03-07T16:37:04Z</dcterms:modified>
</cp:coreProperties>
</file>