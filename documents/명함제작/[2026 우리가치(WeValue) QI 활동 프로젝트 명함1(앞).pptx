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8"/>
  </p:notesMasterIdLst>
  <p:sldIdLst>
    <p:sldId id="257" r:id="rId2"/>
    <p:sldId id="258" r:id="rId3"/>
    <p:sldId id="259" r:id="rId4"/>
    <p:sldId id="260" r:id="rId5"/>
    <p:sldId id="261" r:id="rId6"/>
    <p:sldId id="262" r:id="rId7"/>
  </p:sldIdLst>
  <p:sldSz cx="3240088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400" d="100"/>
          <a:sy n="400" d="100"/>
        </p:scale>
        <p:origin x="2892" y="1176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41425"/>
            <a:ext cx="6042025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4CDCC63-1B49-E29D-2639-15C72FBF93D9}"/>
              </a:ext>
            </a:extLst>
          </p:cNvPr>
          <p:cNvSpPr/>
          <p:nvPr/>
        </p:nvSpPr>
        <p:spPr>
          <a:xfrm>
            <a:off x="1616893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4C331443-AF77-EA7C-A68D-1AF2C1938311}"/>
              </a:ext>
            </a:extLst>
          </p:cNvPr>
          <p:cNvSpPr/>
          <p:nvPr/>
        </p:nvSpPr>
        <p:spPr>
          <a:xfrm>
            <a:off x="254362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9D0B6FB-F245-5CA5-01A2-7ECE70059B31}"/>
              </a:ext>
            </a:extLst>
          </p:cNvPr>
          <p:cNvSpPr/>
          <p:nvPr/>
        </p:nvSpPr>
        <p:spPr>
          <a:xfrm>
            <a:off x="1616893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D25819D-DF75-2963-B40C-E9AD78F5AC89}"/>
              </a:ext>
            </a:extLst>
          </p:cNvPr>
          <p:cNvSpPr/>
          <p:nvPr/>
        </p:nvSpPr>
        <p:spPr>
          <a:xfrm>
            <a:off x="254362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FD471BF-3E8B-E294-1EF7-7949D4D05762}"/>
              </a:ext>
            </a:extLst>
          </p:cNvPr>
          <p:cNvGrpSpPr/>
          <p:nvPr/>
        </p:nvGrpSpPr>
        <p:grpSpPr>
          <a:xfrm>
            <a:off x="711096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DCC158E-675F-C121-F60E-F44282305A18}"/>
              </a:ext>
            </a:extLst>
          </p:cNvPr>
          <p:cNvSpPr txBox="1"/>
          <p:nvPr/>
        </p:nvSpPr>
        <p:spPr>
          <a:xfrm>
            <a:off x="318921" y="1074461"/>
            <a:ext cx="1135247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DD8AC-667F-42B8-5265-B6ED7A4CC558}"/>
              </a:ext>
            </a:extLst>
          </p:cNvPr>
          <p:cNvSpPr txBox="1"/>
          <p:nvPr/>
        </p:nvSpPr>
        <p:spPr>
          <a:xfrm>
            <a:off x="1699886" y="1074461"/>
            <a:ext cx="109837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577137-5AAD-FF43-5955-A6188CF122CB}"/>
              </a:ext>
            </a:extLst>
          </p:cNvPr>
          <p:cNvSpPr txBox="1"/>
          <p:nvPr/>
        </p:nvSpPr>
        <p:spPr>
          <a:xfrm>
            <a:off x="353385" y="1338703"/>
            <a:ext cx="106631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4756B4-A4F7-10F9-54F6-FD186916090A}"/>
              </a:ext>
            </a:extLst>
          </p:cNvPr>
          <p:cNvSpPr txBox="1"/>
          <p:nvPr/>
        </p:nvSpPr>
        <p:spPr>
          <a:xfrm>
            <a:off x="1686261" y="1338703"/>
            <a:ext cx="112562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191493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75630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9FD92-E17A-B24B-65C3-FDDA2739F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D4D15A4-5817-67CE-3C6C-A0E93E18A524}"/>
              </a:ext>
            </a:extLst>
          </p:cNvPr>
          <p:cNvSpPr/>
          <p:nvPr/>
        </p:nvSpPr>
        <p:spPr>
          <a:xfrm>
            <a:off x="1616893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B6ECE98-362E-96DD-5128-D23EF1760293}"/>
              </a:ext>
            </a:extLst>
          </p:cNvPr>
          <p:cNvSpPr/>
          <p:nvPr/>
        </p:nvSpPr>
        <p:spPr>
          <a:xfrm>
            <a:off x="254362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BA093E6-428F-68E8-7A26-FD8DC528659A}"/>
              </a:ext>
            </a:extLst>
          </p:cNvPr>
          <p:cNvSpPr/>
          <p:nvPr/>
        </p:nvSpPr>
        <p:spPr>
          <a:xfrm>
            <a:off x="1616893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AA81102-3976-11AC-DF61-7B0C02F0948C}"/>
              </a:ext>
            </a:extLst>
          </p:cNvPr>
          <p:cNvSpPr/>
          <p:nvPr/>
        </p:nvSpPr>
        <p:spPr>
          <a:xfrm>
            <a:off x="254362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924394-1FDB-21B6-29C9-58B75446F1D5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DA538743-3FE1-EE78-83CA-5F2682CECD49}"/>
              </a:ext>
            </a:extLst>
          </p:cNvPr>
          <p:cNvGrpSpPr/>
          <p:nvPr/>
        </p:nvGrpSpPr>
        <p:grpSpPr>
          <a:xfrm>
            <a:off x="711096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F80034E-0507-FAD8-5BB6-D9B0C9FA9978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716242B-826C-3A04-12B5-8E0F50EB94CB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64E58B4-6046-1864-1CAE-7B1077C0BB74}"/>
              </a:ext>
            </a:extLst>
          </p:cNvPr>
          <p:cNvSpPr txBox="1"/>
          <p:nvPr/>
        </p:nvSpPr>
        <p:spPr>
          <a:xfrm>
            <a:off x="318921" y="1074461"/>
            <a:ext cx="1135247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C56957-5FA3-3B55-F154-C738694F0CDC}"/>
              </a:ext>
            </a:extLst>
          </p:cNvPr>
          <p:cNvSpPr txBox="1"/>
          <p:nvPr/>
        </p:nvSpPr>
        <p:spPr>
          <a:xfrm>
            <a:off x="1699886" y="1074461"/>
            <a:ext cx="109837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050398-0D44-573F-5914-25E050DE95DA}"/>
              </a:ext>
            </a:extLst>
          </p:cNvPr>
          <p:cNvSpPr txBox="1"/>
          <p:nvPr/>
        </p:nvSpPr>
        <p:spPr>
          <a:xfrm>
            <a:off x="353385" y="1338703"/>
            <a:ext cx="106631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CE93D0-96A9-AFCB-3208-01FF0713F53E}"/>
              </a:ext>
            </a:extLst>
          </p:cNvPr>
          <p:cNvSpPr txBox="1"/>
          <p:nvPr/>
        </p:nvSpPr>
        <p:spPr>
          <a:xfrm>
            <a:off x="1686261" y="1338703"/>
            <a:ext cx="112562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69BD8961-A657-F110-B4D8-8926FF442F62}"/>
              </a:ext>
            </a:extLst>
          </p:cNvPr>
          <p:cNvGrpSpPr/>
          <p:nvPr/>
        </p:nvGrpSpPr>
        <p:grpSpPr>
          <a:xfrm>
            <a:off x="191493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5E11E0F-3CE3-958A-8EAC-CA94BCC6F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060939EB-304A-3ECB-0121-716BB6ACFC9D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F5B562B-1FC4-2917-9750-AF71F2FEB00B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6C32BE93-2E0A-BC92-52A0-AFC5448760F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33390D49-3B02-CEE2-708D-38088495453B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8683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14EC-BCD3-96DE-08C5-B7EA8F9F6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FE129FC-FA16-7E0A-FFEC-ADDA439062FA}"/>
              </a:ext>
            </a:extLst>
          </p:cNvPr>
          <p:cNvSpPr/>
          <p:nvPr/>
        </p:nvSpPr>
        <p:spPr>
          <a:xfrm>
            <a:off x="1616893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F3CD272-24DE-F8D1-7BBD-A4B502FE742C}"/>
              </a:ext>
            </a:extLst>
          </p:cNvPr>
          <p:cNvSpPr/>
          <p:nvPr/>
        </p:nvSpPr>
        <p:spPr>
          <a:xfrm>
            <a:off x="254362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B817E18-DDD0-85EB-B34E-284F90401F86}"/>
              </a:ext>
            </a:extLst>
          </p:cNvPr>
          <p:cNvSpPr/>
          <p:nvPr/>
        </p:nvSpPr>
        <p:spPr>
          <a:xfrm>
            <a:off x="1616893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56028231-3811-3F35-D5FE-538986CDCCE0}"/>
              </a:ext>
            </a:extLst>
          </p:cNvPr>
          <p:cNvSpPr/>
          <p:nvPr/>
        </p:nvSpPr>
        <p:spPr>
          <a:xfrm>
            <a:off x="254362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516882-7A83-2109-222A-2C9CAC13DB32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21FB24F-C37C-1CA5-367E-CDB3ACE498D1}"/>
              </a:ext>
            </a:extLst>
          </p:cNvPr>
          <p:cNvGrpSpPr/>
          <p:nvPr/>
        </p:nvGrpSpPr>
        <p:grpSpPr>
          <a:xfrm>
            <a:off x="711096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17A2BD6-9A4A-BAFB-C2E2-AA66DAC18541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A9F484-A5CA-4454-A993-C8169B49B261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36AAA6D-6149-096E-8933-68EB83B0383C}"/>
              </a:ext>
            </a:extLst>
          </p:cNvPr>
          <p:cNvSpPr txBox="1"/>
          <p:nvPr/>
        </p:nvSpPr>
        <p:spPr>
          <a:xfrm>
            <a:off x="318921" y="1074461"/>
            <a:ext cx="1135247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B1D8C6-CF36-3D32-8CA7-D11D262CFBDC}"/>
              </a:ext>
            </a:extLst>
          </p:cNvPr>
          <p:cNvSpPr txBox="1"/>
          <p:nvPr/>
        </p:nvSpPr>
        <p:spPr>
          <a:xfrm>
            <a:off x="1699886" y="1074461"/>
            <a:ext cx="109837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93515D-21FF-6AF1-2431-1C10E0AB11C0}"/>
              </a:ext>
            </a:extLst>
          </p:cNvPr>
          <p:cNvSpPr txBox="1"/>
          <p:nvPr/>
        </p:nvSpPr>
        <p:spPr>
          <a:xfrm>
            <a:off x="353385" y="1338703"/>
            <a:ext cx="106631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81FF80-CCB2-9F87-1173-1146E8101CA5}"/>
              </a:ext>
            </a:extLst>
          </p:cNvPr>
          <p:cNvSpPr txBox="1"/>
          <p:nvPr/>
        </p:nvSpPr>
        <p:spPr>
          <a:xfrm>
            <a:off x="1686261" y="1338703"/>
            <a:ext cx="112562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31C2EB9-1456-1495-30BE-7FAFBC60A188}"/>
              </a:ext>
            </a:extLst>
          </p:cNvPr>
          <p:cNvGrpSpPr/>
          <p:nvPr/>
        </p:nvGrpSpPr>
        <p:grpSpPr>
          <a:xfrm>
            <a:off x="191493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F30BB51-C87C-17DD-2C5A-C845EB631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7189DF3B-9A65-7151-A5C8-9D28FB5EB0A8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11E75E8E-2C7D-127D-F27F-B7B3BB3B43DF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41E74331-1670-754C-B815-B8A8F5ED8C99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81723014-F1F9-C775-EF35-52E83DB32985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65050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70B89-764F-BCD1-43D0-6DF11C73A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01214A6-9BB8-0C0F-AB5D-EC737733EC13}"/>
              </a:ext>
            </a:extLst>
          </p:cNvPr>
          <p:cNvSpPr/>
          <p:nvPr/>
        </p:nvSpPr>
        <p:spPr>
          <a:xfrm>
            <a:off x="1616893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3AC0708-AD87-E1DC-04CD-4B0C3B7DED72}"/>
              </a:ext>
            </a:extLst>
          </p:cNvPr>
          <p:cNvSpPr/>
          <p:nvPr/>
        </p:nvSpPr>
        <p:spPr>
          <a:xfrm>
            <a:off x="254362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43900E6D-52F4-46EC-CB4E-9F27DDE63DA5}"/>
              </a:ext>
            </a:extLst>
          </p:cNvPr>
          <p:cNvSpPr/>
          <p:nvPr/>
        </p:nvSpPr>
        <p:spPr>
          <a:xfrm>
            <a:off x="1616893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2C13B05-ECB5-CB44-5EAA-F6533B98D5C0}"/>
              </a:ext>
            </a:extLst>
          </p:cNvPr>
          <p:cNvSpPr/>
          <p:nvPr/>
        </p:nvSpPr>
        <p:spPr>
          <a:xfrm>
            <a:off x="254362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6F914F-318B-D5FF-A412-0BDE083D3187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92BA2143-4698-3EDB-6EBD-3B3D1F60CD57}"/>
              </a:ext>
            </a:extLst>
          </p:cNvPr>
          <p:cNvGrpSpPr/>
          <p:nvPr/>
        </p:nvGrpSpPr>
        <p:grpSpPr>
          <a:xfrm>
            <a:off x="711096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07C207-1C3C-E0EF-9C72-78C7D58677E2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B25AE6A-782A-8F7A-2E3B-8B9F647FBCE1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F1A00A5-DCE0-0ED4-1167-21CAAD969665}"/>
              </a:ext>
            </a:extLst>
          </p:cNvPr>
          <p:cNvSpPr txBox="1"/>
          <p:nvPr/>
        </p:nvSpPr>
        <p:spPr>
          <a:xfrm>
            <a:off x="318921" y="1074461"/>
            <a:ext cx="1135247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DC12C6-2D75-FA26-E778-B111A217F464}"/>
              </a:ext>
            </a:extLst>
          </p:cNvPr>
          <p:cNvSpPr txBox="1"/>
          <p:nvPr/>
        </p:nvSpPr>
        <p:spPr>
          <a:xfrm>
            <a:off x="1699886" y="1074461"/>
            <a:ext cx="109837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67DF17-D35E-7645-1522-BD4AF167D60B}"/>
              </a:ext>
            </a:extLst>
          </p:cNvPr>
          <p:cNvSpPr txBox="1"/>
          <p:nvPr/>
        </p:nvSpPr>
        <p:spPr>
          <a:xfrm>
            <a:off x="353385" y="1338703"/>
            <a:ext cx="106631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1D6E9C-17CE-48CA-A7A4-9B75F48F48B5}"/>
              </a:ext>
            </a:extLst>
          </p:cNvPr>
          <p:cNvSpPr txBox="1"/>
          <p:nvPr/>
        </p:nvSpPr>
        <p:spPr>
          <a:xfrm>
            <a:off x="1686261" y="1338703"/>
            <a:ext cx="112562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AB693D7-40C4-A6AA-807A-D5CB916C7056}"/>
              </a:ext>
            </a:extLst>
          </p:cNvPr>
          <p:cNvGrpSpPr/>
          <p:nvPr/>
        </p:nvGrpSpPr>
        <p:grpSpPr>
          <a:xfrm>
            <a:off x="191493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052D40A-DF36-A8B0-8604-F70E71ACA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5331B5A2-62A7-417A-A748-EDFF4337BCE8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5864203E-8DEF-F77C-B8AA-47FC7D1CB041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798C0637-6607-A145-0EF5-2D2FDB2DC4CC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B397053E-AEFD-A74E-5BE9-6A406865C35D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46887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20923-E4AD-27DA-C03E-B1D9312AF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48DC3F7-20C0-3931-BB8A-DCC75BDFE41E}"/>
              </a:ext>
            </a:extLst>
          </p:cNvPr>
          <p:cNvSpPr/>
          <p:nvPr/>
        </p:nvSpPr>
        <p:spPr>
          <a:xfrm>
            <a:off x="1616893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069C152F-7073-1675-1A49-0B4139F52241}"/>
              </a:ext>
            </a:extLst>
          </p:cNvPr>
          <p:cNvSpPr/>
          <p:nvPr/>
        </p:nvSpPr>
        <p:spPr>
          <a:xfrm>
            <a:off x="254362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90C03280-8C5A-DC47-BB61-5570005CCAF5}"/>
              </a:ext>
            </a:extLst>
          </p:cNvPr>
          <p:cNvSpPr/>
          <p:nvPr/>
        </p:nvSpPr>
        <p:spPr>
          <a:xfrm>
            <a:off x="1616893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8A7CE5E-5AEC-5D78-C801-67032C305C63}"/>
              </a:ext>
            </a:extLst>
          </p:cNvPr>
          <p:cNvSpPr/>
          <p:nvPr/>
        </p:nvSpPr>
        <p:spPr>
          <a:xfrm>
            <a:off x="254362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F64DE-73B9-8C37-BA67-036A15DBDFF7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84EEC1E-C8DC-5CBF-85B0-A7B3F70F517E}"/>
              </a:ext>
            </a:extLst>
          </p:cNvPr>
          <p:cNvGrpSpPr/>
          <p:nvPr/>
        </p:nvGrpSpPr>
        <p:grpSpPr>
          <a:xfrm>
            <a:off x="711096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0C30B3D-39DF-0B57-A84A-8DC65B3CD4E3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65659A-C3E3-1CF2-86F7-466D74B57D58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A2BE2B1-F3F7-167C-E234-A8E18783C89A}"/>
              </a:ext>
            </a:extLst>
          </p:cNvPr>
          <p:cNvSpPr txBox="1"/>
          <p:nvPr/>
        </p:nvSpPr>
        <p:spPr>
          <a:xfrm>
            <a:off x="318921" y="1074461"/>
            <a:ext cx="1135247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80A01C-2854-06E0-C6E7-4E156EC154F7}"/>
              </a:ext>
            </a:extLst>
          </p:cNvPr>
          <p:cNvSpPr txBox="1"/>
          <p:nvPr/>
        </p:nvSpPr>
        <p:spPr>
          <a:xfrm>
            <a:off x="1699886" y="1074461"/>
            <a:ext cx="109837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4A2EA1-A3D5-E3C6-3921-43D59181B97B}"/>
              </a:ext>
            </a:extLst>
          </p:cNvPr>
          <p:cNvSpPr txBox="1"/>
          <p:nvPr/>
        </p:nvSpPr>
        <p:spPr>
          <a:xfrm>
            <a:off x="353385" y="1338703"/>
            <a:ext cx="106631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F6429B-3469-9F23-6AB2-AAC9D76C11FD}"/>
              </a:ext>
            </a:extLst>
          </p:cNvPr>
          <p:cNvSpPr txBox="1"/>
          <p:nvPr/>
        </p:nvSpPr>
        <p:spPr>
          <a:xfrm>
            <a:off x="1686261" y="1338703"/>
            <a:ext cx="112562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5A9CD0B-ECEC-A6C8-E8E8-6E38C71C2868}"/>
              </a:ext>
            </a:extLst>
          </p:cNvPr>
          <p:cNvGrpSpPr/>
          <p:nvPr/>
        </p:nvGrpSpPr>
        <p:grpSpPr>
          <a:xfrm>
            <a:off x="191493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DE6BF57-728E-2AFE-BB72-95C0CDA28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CA1A6A7E-5607-692B-8523-0D97B033178B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831A46D6-4348-2148-3CC1-10E068459E7E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0969244F-F262-FB6B-07A2-D54C7C9F0C45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564D8ADC-619C-F050-2890-ADAB38FADED0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13346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E2B06-A246-B537-C956-1F0E67DAE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34DE5FB-5EC1-0A73-54A9-91169C0D75D7}"/>
              </a:ext>
            </a:extLst>
          </p:cNvPr>
          <p:cNvSpPr/>
          <p:nvPr/>
        </p:nvSpPr>
        <p:spPr>
          <a:xfrm>
            <a:off x="1616893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BCCFBF8-20E2-A3B3-7129-CDB6E3F02B10}"/>
              </a:ext>
            </a:extLst>
          </p:cNvPr>
          <p:cNvSpPr/>
          <p:nvPr/>
        </p:nvSpPr>
        <p:spPr>
          <a:xfrm>
            <a:off x="254362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199B6D7-9351-578A-5A3A-71400143066B}"/>
              </a:ext>
            </a:extLst>
          </p:cNvPr>
          <p:cNvSpPr/>
          <p:nvPr/>
        </p:nvSpPr>
        <p:spPr>
          <a:xfrm>
            <a:off x="1616893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5D84555-11DB-67B5-C342-CC6360B94842}"/>
              </a:ext>
            </a:extLst>
          </p:cNvPr>
          <p:cNvSpPr/>
          <p:nvPr/>
        </p:nvSpPr>
        <p:spPr>
          <a:xfrm>
            <a:off x="254362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857DC-105B-FCB3-4829-E706C4E58614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42E8C4-861D-5B01-E2CD-6C4E44321E50}"/>
              </a:ext>
            </a:extLst>
          </p:cNvPr>
          <p:cNvGrpSpPr/>
          <p:nvPr/>
        </p:nvGrpSpPr>
        <p:grpSpPr>
          <a:xfrm>
            <a:off x="711096" y="331471"/>
            <a:ext cx="2337499" cy="520584"/>
            <a:chOff x="422852" y="312900"/>
            <a:chExt cx="2337499" cy="52058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EE103B-A8A6-2BAE-A9BB-4C1D83410EBE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58E0D51-A09B-B605-C7AE-66115185AD76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  <a:endParaRPr lang="en-US" altLang="ko-KR" sz="10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C8ECA3F-E404-9FE4-6F88-F571EC0DF140}"/>
              </a:ext>
            </a:extLst>
          </p:cNvPr>
          <p:cNvSpPr txBox="1"/>
          <p:nvPr/>
        </p:nvSpPr>
        <p:spPr>
          <a:xfrm>
            <a:off x="318921" y="1074461"/>
            <a:ext cx="1135247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798AE-B98B-2E0D-51C5-9FC75CA7A7B7}"/>
              </a:ext>
            </a:extLst>
          </p:cNvPr>
          <p:cNvSpPr txBox="1"/>
          <p:nvPr/>
        </p:nvSpPr>
        <p:spPr>
          <a:xfrm>
            <a:off x="1699886" y="1074461"/>
            <a:ext cx="109837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1B032A-6D89-784E-2E39-C63A6818E2D1}"/>
              </a:ext>
            </a:extLst>
          </p:cNvPr>
          <p:cNvSpPr txBox="1"/>
          <p:nvPr/>
        </p:nvSpPr>
        <p:spPr>
          <a:xfrm>
            <a:off x="353385" y="1338703"/>
            <a:ext cx="106631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C9EAD4-C66C-2DB1-EF82-B9972B2504AE}"/>
              </a:ext>
            </a:extLst>
          </p:cNvPr>
          <p:cNvSpPr txBox="1"/>
          <p:nvPr/>
        </p:nvSpPr>
        <p:spPr>
          <a:xfrm>
            <a:off x="1686261" y="1338703"/>
            <a:ext cx="112562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B067A95-2D65-83A9-1D9A-E08C602D2017}"/>
              </a:ext>
            </a:extLst>
          </p:cNvPr>
          <p:cNvGrpSpPr/>
          <p:nvPr/>
        </p:nvGrpSpPr>
        <p:grpSpPr>
          <a:xfrm>
            <a:off x="191493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E4286401-A6C4-C58F-76EC-287804EA4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A6FDC8A4-A1E1-9D4E-BCE5-0B87F8B44F8A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C5C7FED9-247C-61CD-5241-BE0FD9C98D13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794355B2-4107-A11F-85EA-DB14BD776469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74A147C1-44F8-F042-8AB6-6540612674AB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6555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3318</TotalTime>
  <Words>210</Words>
  <Application>Microsoft Office PowerPoint</Application>
  <PresentationFormat>사용자 지정</PresentationFormat>
  <Paragraphs>42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KoPub돋움체 Bold</vt:lpstr>
      <vt:lpstr>KoPub돋움체 Light</vt:lpstr>
      <vt:lpstr>맑은 고딕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라희 임</dc:creator>
  <cp:lastModifiedBy>성민 임</cp:lastModifiedBy>
  <cp:revision>2227</cp:revision>
  <cp:lastPrinted>2026-02-28T13:56:13Z</cp:lastPrinted>
  <dcterms:created xsi:type="dcterms:W3CDTF">2025-05-04T13:56:03Z</dcterms:created>
  <dcterms:modified xsi:type="dcterms:W3CDTF">2026-03-01T14:33:07Z</dcterms:modified>
</cp:coreProperties>
</file>