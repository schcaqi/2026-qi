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3" r:id="rId1"/>
  </p:sldMasterIdLst>
  <p:notesMasterIdLst>
    <p:notesMasterId r:id="rId8"/>
  </p:notesMasterIdLst>
  <p:sldIdLst>
    <p:sldId id="257" r:id="rId2"/>
    <p:sldId id="258" r:id="rId3"/>
    <p:sldId id="259" r:id="rId4"/>
    <p:sldId id="260" r:id="rId5"/>
    <p:sldId id="261" r:id="rId6"/>
    <p:sldId id="262" r:id="rId7"/>
  </p:sldIdLst>
  <p:sldSz cx="3203575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345" d="100"/>
          <a:sy n="345" d="100"/>
        </p:scale>
        <p:origin x="1098" y="252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2"/>
            <a:ext cx="5486400" cy="3916363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11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552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11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33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85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415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941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254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06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44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679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572" y="30483"/>
            <a:ext cx="3146404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59375" y="81588"/>
            <a:ext cx="359069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74628" y="1569906"/>
            <a:ext cx="1128948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207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104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895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4CDCC63-1B49-E29D-2639-15C72FBF93D9}"/>
              </a:ext>
            </a:extLst>
          </p:cNvPr>
          <p:cNvSpPr/>
          <p:nvPr/>
        </p:nvSpPr>
        <p:spPr>
          <a:xfrm>
            <a:off x="1598636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4C331443-AF77-EA7C-A68D-1AF2C1938311}"/>
              </a:ext>
            </a:extLst>
          </p:cNvPr>
          <p:cNvSpPr/>
          <p:nvPr/>
        </p:nvSpPr>
        <p:spPr>
          <a:xfrm>
            <a:off x="236105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9D0B6FB-F245-5CA5-01A2-7ECE70059B31}"/>
              </a:ext>
            </a:extLst>
          </p:cNvPr>
          <p:cNvSpPr/>
          <p:nvPr/>
        </p:nvSpPr>
        <p:spPr>
          <a:xfrm>
            <a:off x="1598636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D25819D-DF75-2963-B40C-E9AD78F5AC89}"/>
              </a:ext>
            </a:extLst>
          </p:cNvPr>
          <p:cNvSpPr/>
          <p:nvPr/>
        </p:nvSpPr>
        <p:spPr>
          <a:xfrm>
            <a:off x="236105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43517" y="54246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FD471BF-3E8B-E294-1EF7-7949D4D05762}"/>
              </a:ext>
            </a:extLst>
          </p:cNvPr>
          <p:cNvGrpSpPr/>
          <p:nvPr/>
        </p:nvGrpSpPr>
        <p:grpSpPr>
          <a:xfrm>
            <a:off x="692840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DCC158E-675F-C121-F60E-F44282305A18}"/>
              </a:ext>
            </a:extLst>
          </p:cNvPr>
          <p:cNvSpPr txBox="1"/>
          <p:nvPr/>
        </p:nvSpPr>
        <p:spPr>
          <a:xfrm>
            <a:off x="163608" y="1041309"/>
            <a:ext cx="140936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DD8AC-667F-42B8-5265-B6ED7A4CC558}"/>
              </a:ext>
            </a:extLst>
          </p:cNvPr>
          <p:cNvSpPr txBox="1"/>
          <p:nvPr/>
        </p:nvSpPr>
        <p:spPr>
          <a:xfrm>
            <a:off x="1548581" y="1041309"/>
            <a:ext cx="136447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577137-5AAD-FF43-5955-A6188CF122CB}"/>
              </a:ext>
            </a:extLst>
          </p:cNvPr>
          <p:cNvSpPr txBox="1"/>
          <p:nvPr/>
        </p:nvSpPr>
        <p:spPr>
          <a:xfrm>
            <a:off x="206889" y="1305551"/>
            <a:ext cx="13227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4756B4-A4F7-10F9-54F6-FD186916090A}"/>
              </a:ext>
            </a:extLst>
          </p:cNvPr>
          <p:cNvSpPr txBox="1"/>
          <p:nvPr/>
        </p:nvSpPr>
        <p:spPr>
          <a:xfrm>
            <a:off x="1530948" y="1305551"/>
            <a:ext cx="13997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173236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75630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AA997-8A33-0D89-CF30-952F52E61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C6063252-95E6-02C8-E68B-5A5406130CAC}"/>
              </a:ext>
            </a:extLst>
          </p:cNvPr>
          <p:cNvSpPr/>
          <p:nvPr/>
        </p:nvSpPr>
        <p:spPr>
          <a:xfrm>
            <a:off x="1598636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3172203-0AF1-62A8-FB03-2718CB658217}"/>
              </a:ext>
            </a:extLst>
          </p:cNvPr>
          <p:cNvSpPr/>
          <p:nvPr/>
        </p:nvSpPr>
        <p:spPr>
          <a:xfrm>
            <a:off x="236105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26BE8AA-205D-2E31-9D1D-D184895B6FFE}"/>
              </a:ext>
            </a:extLst>
          </p:cNvPr>
          <p:cNvSpPr/>
          <p:nvPr/>
        </p:nvSpPr>
        <p:spPr>
          <a:xfrm>
            <a:off x="1598636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494444E-F286-236C-4602-B32BCFCC28A2}"/>
              </a:ext>
            </a:extLst>
          </p:cNvPr>
          <p:cNvSpPr/>
          <p:nvPr/>
        </p:nvSpPr>
        <p:spPr>
          <a:xfrm>
            <a:off x="236105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6C2861-CC64-67B4-5BF7-89F7A524A14A}"/>
              </a:ext>
            </a:extLst>
          </p:cNvPr>
          <p:cNvSpPr txBox="1"/>
          <p:nvPr/>
        </p:nvSpPr>
        <p:spPr>
          <a:xfrm>
            <a:off x="43517" y="54246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D7BBD09-C6CF-9E94-032E-391F419EA5A3}"/>
              </a:ext>
            </a:extLst>
          </p:cNvPr>
          <p:cNvGrpSpPr/>
          <p:nvPr/>
        </p:nvGrpSpPr>
        <p:grpSpPr>
          <a:xfrm>
            <a:off x="692840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42ACD3C-9E46-B6F1-9AAA-5FDC65A1B999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617AFD-0BD9-CFDE-1738-2DE4374B3E6A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76C79B7-005A-1F96-9C33-E5C55A5E1E82}"/>
              </a:ext>
            </a:extLst>
          </p:cNvPr>
          <p:cNvSpPr txBox="1"/>
          <p:nvPr/>
        </p:nvSpPr>
        <p:spPr>
          <a:xfrm>
            <a:off x="163608" y="1041309"/>
            <a:ext cx="140936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AAEA4-0089-280E-754E-9A4212B75F21}"/>
              </a:ext>
            </a:extLst>
          </p:cNvPr>
          <p:cNvSpPr txBox="1"/>
          <p:nvPr/>
        </p:nvSpPr>
        <p:spPr>
          <a:xfrm>
            <a:off x="1548581" y="1041309"/>
            <a:ext cx="136447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5B90CA-2121-C2E5-E5A2-30C3F7A79A4F}"/>
              </a:ext>
            </a:extLst>
          </p:cNvPr>
          <p:cNvSpPr txBox="1"/>
          <p:nvPr/>
        </p:nvSpPr>
        <p:spPr>
          <a:xfrm>
            <a:off x="206889" y="1305551"/>
            <a:ext cx="13227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A7945-03C2-64D5-3EB6-3BADF453C26A}"/>
              </a:ext>
            </a:extLst>
          </p:cNvPr>
          <p:cNvSpPr txBox="1"/>
          <p:nvPr/>
        </p:nvSpPr>
        <p:spPr>
          <a:xfrm>
            <a:off x="1530948" y="1305551"/>
            <a:ext cx="13997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26D9EE3-36E1-6B71-9440-DB5A7D7AA853}"/>
              </a:ext>
            </a:extLst>
          </p:cNvPr>
          <p:cNvGrpSpPr/>
          <p:nvPr/>
        </p:nvGrpSpPr>
        <p:grpSpPr>
          <a:xfrm>
            <a:off x="173236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D4E71F8-D5E3-818B-005E-ABD85D7BD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8221DC4C-C9CC-6E80-8D21-30FE06F6E874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6A3FA9C7-F9E0-7C7A-1B40-864FE4744995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2D4ECC1C-0BEC-0BD3-F554-3A0567A9B643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ED1EE54C-A504-9212-924F-DE9E5CAD6CF7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224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E82B-6EAE-9A57-39A3-79023A20E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C6649FF-9106-ACD6-C7D7-9614EC350346}"/>
              </a:ext>
            </a:extLst>
          </p:cNvPr>
          <p:cNvSpPr/>
          <p:nvPr/>
        </p:nvSpPr>
        <p:spPr>
          <a:xfrm>
            <a:off x="1598636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78FB4D1-EB4A-DAD8-DFD3-E492B74D0C5F}"/>
              </a:ext>
            </a:extLst>
          </p:cNvPr>
          <p:cNvSpPr/>
          <p:nvPr/>
        </p:nvSpPr>
        <p:spPr>
          <a:xfrm>
            <a:off x="236105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45544D8-5BAC-1D5E-A938-80B8A63877CF}"/>
              </a:ext>
            </a:extLst>
          </p:cNvPr>
          <p:cNvSpPr/>
          <p:nvPr/>
        </p:nvSpPr>
        <p:spPr>
          <a:xfrm>
            <a:off x="1598636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C55D35B-2B09-F0D9-4FA6-6CFFDA2A6C70}"/>
              </a:ext>
            </a:extLst>
          </p:cNvPr>
          <p:cNvSpPr/>
          <p:nvPr/>
        </p:nvSpPr>
        <p:spPr>
          <a:xfrm>
            <a:off x="236105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E56CFB-7FC4-0325-C694-47231F1863BA}"/>
              </a:ext>
            </a:extLst>
          </p:cNvPr>
          <p:cNvSpPr txBox="1"/>
          <p:nvPr/>
        </p:nvSpPr>
        <p:spPr>
          <a:xfrm>
            <a:off x="43517" y="54246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D73487C-5786-EB5A-C91B-CFC67161A1AA}"/>
              </a:ext>
            </a:extLst>
          </p:cNvPr>
          <p:cNvGrpSpPr/>
          <p:nvPr/>
        </p:nvGrpSpPr>
        <p:grpSpPr>
          <a:xfrm>
            <a:off x="692840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8573DF-2F57-FB6A-5504-01B2431A3F44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741F560-8C71-171C-0D18-3B1D993940A2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67A8F8D-E64C-4876-E55B-DCAD15914A25}"/>
              </a:ext>
            </a:extLst>
          </p:cNvPr>
          <p:cNvSpPr txBox="1"/>
          <p:nvPr/>
        </p:nvSpPr>
        <p:spPr>
          <a:xfrm>
            <a:off x="163608" y="1041309"/>
            <a:ext cx="140936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C9F6E1-31C6-BEBF-822B-2BA47D930954}"/>
              </a:ext>
            </a:extLst>
          </p:cNvPr>
          <p:cNvSpPr txBox="1"/>
          <p:nvPr/>
        </p:nvSpPr>
        <p:spPr>
          <a:xfrm>
            <a:off x="1548581" y="1041309"/>
            <a:ext cx="136447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07177-51A5-2369-7AB2-839274A5B4AB}"/>
              </a:ext>
            </a:extLst>
          </p:cNvPr>
          <p:cNvSpPr txBox="1"/>
          <p:nvPr/>
        </p:nvSpPr>
        <p:spPr>
          <a:xfrm>
            <a:off x="206889" y="1305551"/>
            <a:ext cx="13227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451539-1986-D75F-2387-04BE1C783179}"/>
              </a:ext>
            </a:extLst>
          </p:cNvPr>
          <p:cNvSpPr txBox="1"/>
          <p:nvPr/>
        </p:nvSpPr>
        <p:spPr>
          <a:xfrm>
            <a:off x="1530948" y="1305551"/>
            <a:ext cx="13997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AD9D0B6-DA99-12BD-19AC-8A0F3913EF65}"/>
              </a:ext>
            </a:extLst>
          </p:cNvPr>
          <p:cNvGrpSpPr/>
          <p:nvPr/>
        </p:nvGrpSpPr>
        <p:grpSpPr>
          <a:xfrm>
            <a:off x="173236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69C4A2A-B5F9-F51F-5B3E-74194EB259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0B77DCAE-298A-1DA8-72DA-A99175DE5912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F702F43E-52A2-5D9A-996D-AE14DDC762D6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5BF2D746-AD19-B1DB-EAFE-7AF79EE40C17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F996CF45-7E9F-6E68-AD72-7F4A9AF6B006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49192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97B0E-F09D-9EBA-4E5C-8A2A3FD1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2978711-0B63-6F08-76D1-C3B27BB8CED7}"/>
              </a:ext>
            </a:extLst>
          </p:cNvPr>
          <p:cNvSpPr/>
          <p:nvPr/>
        </p:nvSpPr>
        <p:spPr>
          <a:xfrm>
            <a:off x="1598636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2300ABF6-793D-ED6F-A46D-2DD3BD8332AB}"/>
              </a:ext>
            </a:extLst>
          </p:cNvPr>
          <p:cNvSpPr/>
          <p:nvPr/>
        </p:nvSpPr>
        <p:spPr>
          <a:xfrm>
            <a:off x="236105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F830B040-61E1-9A16-5B1F-B301EE2E3824}"/>
              </a:ext>
            </a:extLst>
          </p:cNvPr>
          <p:cNvSpPr/>
          <p:nvPr/>
        </p:nvSpPr>
        <p:spPr>
          <a:xfrm>
            <a:off x="1598636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8AA1BA5-9E65-EE1B-31A3-CD58865CAAA8}"/>
              </a:ext>
            </a:extLst>
          </p:cNvPr>
          <p:cNvSpPr/>
          <p:nvPr/>
        </p:nvSpPr>
        <p:spPr>
          <a:xfrm>
            <a:off x="236105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6CB8A1-E676-96CE-8CDF-7D64F41A4B45}"/>
              </a:ext>
            </a:extLst>
          </p:cNvPr>
          <p:cNvSpPr txBox="1"/>
          <p:nvPr/>
        </p:nvSpPr>
        <p:spPr>
          <a:xfrm>
            <a:off x="43517" y="54246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A94D311-91A8-9806-BB3D-18A5164105AA}"/>
              </a:ext>
            </a:extLst>
          </p:cNvPr>
          <p:cNvGrpSpPr/>
          <p:nvPr/>
        </p:nvGrpSpPr>
        <p:grpSpPr>
          <a:xfrm>
            <a:off x="692840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9F21CF1-B5E4-F760-15EB-8B3B09B18594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568F1DE-CF71-0724-1C36-0F54F127F211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20C932E-738E-226D-2236-9B9E5B9AABCC}"/>
              </a:ext>
            </a:extLst>
          </p:cNvPr>
          <p:cNvSpPr txBox="1"/>
          <p:nvPr/>
        </p:nvSpPr>
        <p:spPr>
          <a:xfrm>
            <a:off x="163608" y="1041309"/>
            <a:ext cx="140936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D595D3-D09E-F0D0-DC82-B4CC62DF8AE9}"/>
              </a:ext>
            </a:extLst>
          </p:cNvPr>
          <p:cNvSpPr txBox="1"/>
          <p:nvPr/>
        </p:nvSpPr>
        <p:spPr>
          <a:xfrm>
            <a:off x="1548581" y="1041309"/>
            <a:ext cx="136447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3A6E1A-53F6-285B-8984-EC8B50750AFA}"/>
              </a:ext>
            </a:extLst>
          </p:cNvPr>
          <p:cNvSpPr txBox="1"/>
          <p:nvPr/>
        </p:nvSpPr>
        <p:spPr>
          <a:xfrm>
            <a:off x="206889" y="1305551"/>
            <a:ext cx="13227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1B8703-A0FA-4236-9ABC-7BE8C2843DDF}"/>
              </a:ext>
            </a:extLst>
          </p:cNvPr>
          <p:cNvSpPr txBox="1"/>
          <p:nvPr/>
        </p:nvSpPr>
        <p:spPr>
          <a:xfrm>
            <a:off x="1530948" y="1305551"/>
            <a:ext cx="13997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CB0B500-4142-7FA3-3C92-323388B42ECA}"/>
              </a:ext>
            </a:extLst>
          </p:cNvPr>
          <p:cNvGrpSpPr/>
          <p:nvPr/>
        </p:nvGrpSpPr>
        <p:grpSpPr>
          <a:xfrm>
            <a:off x="173236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528E6C8-A59A-2BEA-1020-50AA14FF17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418FD9C1-4647-E1F7-F113-42259DA23F31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220F428-BEE0-80B3-1BBA-6A5FDE235791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A8CFCB1-0B2E-38AA-A39A-FDEE013D9336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7FB2DF92-F8CC-2F10-20A3-015CCB1C6973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45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EABFA-89D1-F49C-FDBC-ED763734C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F106E9E-CF8C-17EC-E717-F78CA06360C9}"/>
              </a:ext>
            </a:extLst>
          </p:cNvPr>
          <p:cNvSpPr/>
          <p:nvPr/>
        </p:nvSpPr>
        <p:spPr>
          <a:xfrm>
            <a:off x="1598636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8CFD439-A0AF-7A76-9198-506D59B2106C}"/>
              </a:ext>
            </a:extLst>
          </p:cNvPr>
          <p:cNvSpPr/>
          <p:nvPr/>
        </p:nvSpPr>
        <p:spPr>
          <a:xfrm>
            <a:off x="236105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1AFCA293-C6A1-E8D9-FC8C-9BB0317CC6AF}"/>
              </a:ext>
            </a:extLst>
          </p:cNvPr>
          <p:cNvSpPr/>
          <p:nvPr/>
        </p:nvSpPr>
        <p:spPr>
          <a:xfrm>
            <a:off x="1598636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409F8CB-5924-349A-24EF-B76653FC25BC}"/>
              </a:ext>
            </a:extLst>
          </p:cNvPr>
          <p:cNvSpPr/>
          <p:nvPr/>
        </p:nvSpPr>
        <p:spPr>
          <a:xfrm>
            <a:off x="236105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3B992-48B4-F39B-12E0-18A8B9663DFF}"/>
              </a:ext>
            </a:extLst>
          </p:cNvPr>
          <p:cNvSpPr txBox="1"/>
          <p:nvPr/>
        </p:nvSpPr>
        <p:spPr>
          <a:xfrm>
            <a:off x="43517" y="54246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6A298F1-07CA-FA71-45BD-583AE88A8C72}"/>
              </a:ext>
            </a:extLst>
          </p:cNvPr>
          <p:cNvGrpSpPr/>
          <p:nvPr/>
        </p:nvGrpSpPr>
        <p:grpSpPr>
          <a:xfrm>
            <a:off x="692840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653F9BC-4CAC-32F0-320F-EF8D2DB62F49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DE4D22-A46D-F359-B635-BEB69BDDA779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870A3F3-F16E-83CC-5E59-71AB1AB09CD8}"/>
              </a:ext>
            </a:extLst>
          </p:cNvPr>
          <p:cNvSpPr txBox="1"/>
          <p:nvPr/>
        </p:nvSpPr>
        <p:spPr>
          <a:xfrm>
            <a:off x="163608" y="1041309"/>
            <a:ext cx="140936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630A3-6FB2-BE7A-C5D9-F3498EACFF09}"/>
              </a:ext>
            </a:extLst>
          </p:cNvPr>
          <p:cNvSpPr txBox="1"/>
          <p:nvPr/>
        </p:nvSpPr>
        <p:spPr>
          <a:xfrm>
            <a:off x="1548581" y="1041309"/>
            <a:ext cx="136447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BCCA17-84E1-2203-A1BA-C17EDF70A644}"/>
              </a:ext>
            </a:extLst>
          </p:cNvPr>
          <p:cNvSpPr txBox="1"/>
          <p:nvPr/>
        </p:nvSpPr>
        <p:spPr>
          <a:xfrm>
            <a:off x="206889" y="1305551"/>
            <a:ext cx="13227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FEE1B1-57ED-D354-1F6F-A313667B4A50}"/>
              </a:ext>
            </a:extLst>
          </p:cNvPr>
          <p:cNvSpPr txBox="1"/>
          <p:nvPr/>
        </p:nvSpPr>
        <p:spPr>
          <a:xfrm>
            <a:off x="1530948" y="1305551"/>
            <a:ext cx="13997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058DB84-8B15-C7F0-3BE3-861DC0FBCA5B}"/>
              </a:ext>
            </a:extLst>
          </p:cNvPr>
          <p:cNvGrpSpPr/>
          <p:nvPr/>
        </p:nvGrpSpPr>
        <p:grpSpPr>
          <a:xfrm>
            <a:off x="173236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279740F-C713-181A-194A-981C0CDFA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657A78E-9A49-31CC-9A1C-664B434E3947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D33AB8F5-F938-BE19-9C16-4AB2728F9776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AB7EFB1C-2BB3-021A-61C1-9B51360C01A2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456130F0-48F9-4414-DD2F-BDAD1F6FF808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5855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EECB-D19F-3B2B-B08A-864D0278F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71431D5-5E25-7627-419B-0AD186404C59}"/>
              </a:ext>
            </a:extLst>
          </p:cNvPr>
          <p:cNvSpPr/>
          <p:nvPr/>
        </p:nvSpPr>
        <p:spPr>
          <a:xfrm>
            <a:off x="1598636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4CF6182-47FD-F9C3-AD01-EE6B6030D748}"/>
              </a:ext>
            </a:extLst>
          </p:cNvPr>
          <p:cNvSpPr/>
          <p:nvPr/>
        </p:nvSpPr>
        <p:spPr>
          <a:xfrm>
            <a:off x="236105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E1EB857-FA0B-4F06-DE3D-34BE8644BF74}"/>
              </a:ext>
            </a:extLst>
          </p:cNvPr>
          <p:cNvSpPr/>
          <p:nvPr/>
        </p:nvSpPr>
        <p:spPr>
          <a:xfrm>
            <a:off x="1598636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DBC9CBC-50D5-B6E4-D4E6-9234B31E9C5F}"/>
              </a:ext>
            </a:extLst>
          </p:cNvPr>
          <p:cNvSpPr/>
          <p:nvPr/>
        </p:nvSpPr>
        <p:spPr>
          <a:xfrm>
            <a:off x="236105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F198A-0E88-CABE-6012-A4584D652C68}"/>
              </a:ext>
            </a:extLst>
          </p:cNvPr>
          <p:cNvSpPr txBox="1"/>
          <p:nvPr/>
        </p:nvSpPr>
        <p:spPr>
          <a:xfrm>
            <a:off x="43517" y="54246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541629C-5945-9C84-FFC8-B36486DE8FFF}"/>
              </a:ext>
            </a:extLst>
          </p:cNvPr>
          <p:cNvGrpSpPr/>
          <p:nvPr/>
        </p:nvGrpSpPr>
        <p:grpSpPr>
          <a:xfrm>
            <a:off x="692840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4C3D8C5-33E6-52B4-0063-0DFA4E956887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A55B737-7A78-F138-5C13-9304655EF519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7DB18BA-F1FF-74F7-F26F-EA4CCCF289FF}"/>
              </a:ext>
            </a:extLst>
          </p:cNvPr>
          <p:cNvSpPr txBox="1"/>
          <p:nvPr/>
        </p:nvSpPr>
        <p:spPr>
          <a:xfrm>
            <a:off x="163608" y="1041309"/>
            <a:ext cx="140936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75AB22-C659-E20D-CE3D-BCAFB77D9628}"/>
              </a:ext>
            </a:extLst>
          </p:cNvPr>
          <p:cNvSpPr txBox="1"/>
          <p:nvPr/>
        </p:nvSpPr>
        <p:spPr>
          <a:xfrm>
            <a:off x="1548581" y="1041309"/>
            <a:ext cx="136447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ABAC6-B2E3-9F5B-F3F0-569BA71EEC6F}"/>
              </a:ext>
            </a:extLst>
          </p:cNvPr>
          <p:cNvSpPr txBox="1"/>
          <p:nvPr/>
        </p:nvSpPr>
        <p:spPr>
          <a:xfrm>
            <a:off x="206889" y="1305551"/>
            <a:ext cx="132279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6185A7-F63F-4F18-0F71-745C868E89D0}"/>
              </a:ext>
            </a:extLst>
          </p:cNvPr>
          <p:cNvSpPr txBox="1"/>
          <p:nvPr/>
        </p:nvSpPr>
        <p:spPr>
          <a:xfrm>
            <a:off x="1530948" y="1305551"/>
            <a:ext cx="13997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9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8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94B4D00-F5F3-1DA3-1D31-4FEB229CB2FD}"/>
              </a:ext>
            </a:extLst>
          </p:cNvPr>
          <p:cNvGrpSpPr/>
          <p:nvPr/>
        </p:nvGrpSpPr>
        <p:grpSpPr>
          <a:xfrm>
            <a:off x="173236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4392C30-91B7-7477-3F03-4E87E9F36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C0F0F03A-08A8-59B9-2937-78B0D5A94EE4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DC16ED84-4496-018B-DC41-24A9053D6275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68A82964-820A-70AC-3524-49C9CDD29D30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0ECF5BD8-D202-7B2D-7A9D-F341609A0350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42143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3325</TotalTime>
  <Words>210</Words>
  <Application>Microsoft Office PowerPoint</Application>
  <PresentationFormat>사용자 지정</PresentationFormat>
  <Paragraphs>42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KoPub돋움체 Bold</vt:lpstr>
      <vt:lpstr>KoPub돋움체 Light</vt:lpstr>
      <vt:lpstr>맑은 고딕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성민 임</cp:lastModifiedBy>
  <cp:revision>2230</cp:revision>
  <cp:lastPrinted>2026-04-09T12:01:44Z</cp:lastPrinted>
  <dcterms:created xsi:type="dcterms:W3CDTF">2025-05-04T13:56:03Z</dcterms:created>
  <dcterms:modified xsi:type="dcterms:W3CDTF">2026-04-09T12:07:28Z</dcterms:modified>
</cp:coreProperties>
</file>