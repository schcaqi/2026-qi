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8"/>
  </p:notesMasterIdLst>
  <p:sldIdLst>
    <p:sldId id="262" r:id="rId2"/>
    <p:sldId id="263" r:id="rId3"/>
    <p:sldId id="264" r:id="rId4"/>
    <p:sldId id="265" r:id="rId5"/>
    <p:sldId id="266" r:id="rId6"/>
    <p:sldId id="267" r:id="rId7"/>
  </p:sldIdLst>
  <p:sldSz cx="3200400" cy="1800225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567" userDrawn="1">
          <p15:clr>
            <a:srgbClr val="A4A3A4"/>
          </p15:clr>
        </p15:guide>
        <p15:guide id="6" orient="horz" pos="201" userDrawn="1">
          <p15:clr>
            <a:srgbClr val="A4A3A4"/>
          </p15:clr>
        </p15:guide>
        <p15:guide id="7" orient="horz" pos="1042" userDrawn="1">
          <p15:clr>
            <a:srgbClr val="A4A3A4"/>
          </p15:clr>
        </p15:guide>
        <p15:guide id="8" pos="1008" userDrawn="1">
          <p15:clr>
            <a:srgbClr val="A4A3A4"/>
          </p15:clr>
        </p15:guide>
        <p15:guide id="9" pos="131" userDrawn="1">
          <p15:clr>
            <a:srgbClr val="A4A3A4"/>
          </p15:clr>
        </p15:guide>
        <p15:guide id="10" pos="1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58400"/>
    <a:srgbClr val="E2CFF1"/>
    <a:srgbClr val="CC00FF"/>
    <a:srgbClr val="006E99"/>
    <a:srgbClr val="009BD6"/>
    <a:srgbClr val="1E5691"/>
    <a:srgbClr val="DDF6FF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1" autoAdjust="0"/>
    <p:restoredTop sz="97430" autoAdjust="0"/>
  </p:normalViewPr>
  <p:slideViewPr>
    <p:cSldViewPr snapToGrid="0">
      <p:cViewPr varScale="1">
        <p:scale>
          <a:sx n="343" d="100"/>
          <a:sy n="343" d="100"/>
        </p:scale>
        <p:origin x="1770" y="252"/>
      </p:cViewPr>
      <p:guideLst>
        <p:guide orient="horz" pos="567"/>
        <p:guide orient="horz" pos="201"/>
        <p:guide orient="horz" pos="1042"/>
        <p:guide pos="1008"/>
        <p:guide pos="131"/>
        <p:guide pos="18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민 성" userId="cf1f1df607fbac1a" providerId="LiveId" clId="{59E8D223-197B-4F38-B029-107F403B4AB4}"/>
    <pc:docChg chg="custSel addSld delSld modSld">
      <pc:chgData name="민민 성" userId="cf1f1df607fbac1a" providerId="LiveId" clId="{59E8D223-197B-4F38-B029-107F403B4AB4}" dt="2026-07-11T05:42:37.367" v="7"/>
      <pc:docMkLst>
        <pc:docMk/>
      </pc:docMkLst>
      <pc:sldChg chg="addSp delSp modSp mod">
        <pc:chgData name="민민 성" userId="cf1f1df607fbac1a" providerId="LiveId" clId="{59E8D223-197B-4F38-B029-107F403B4AB4}" dt="2026-07-11T05:42:28.570" v="1"/>
        <pc:sldMkLst>
          <pc:docMk/>
          <pc:sldMk cId="3834611056" sldId="262"/>
        </pc:sldMkLst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2" creationId="{1B4DC618-B29F-845A-7DD8-6A834C8CEE4F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3" creationId="{CEABBF7A-4383-D72B-A05E-B56FEE94992E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6" creationId="{CEA2B6CD-6F59-45DE-B26A-1E44DF2411D7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7" creationId="{CF3CA475-D856-01FB-19C8-E100A19DE5EF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11" creationId="{0F29C902-63CB-1B88-5847-68EBD7D4096A}"/>
          </ac:spMkLst>
        </pc:spChg>
        <pc:spChg chg="add 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16" creationId="{EFFF2D1B-98E0-4CC4-B6C2-413D30978B9B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17" creationId="{67FFF511-7B20-E2F4-96D5-C91B888C0873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18" creationId="{A177CD16-1AA6-B8C7-0E32-C84E8AF73AC7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19" creationId="{80AC34A0-F9F3-3EDB-E7DE-AF18BCE089E6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20" creationId="{5475DBC3-BF9A-42B4-81E3-C8A239B20A22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21" creationId="{993AC22E-D82C-01DF-84E7-90AC9AD4AD3F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22" creationId="{AFF6DEC5-5BD9-4B7E-BF5B-F8104B5E3033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25" creationId="{4D2AB74B-0885-7248-82A8-738CC227DF1C}"/>
          </ac:spMkLst>
        </pc:spChg>
        <pc:spChg chg="del">
          <ac:chgData name="민민 성" userId="cf1f1df607fbac1a" providerId="LiveId" clId="{59E8D223-197B-4F38-B029-107F403B4AB4}" dt="2026-07-11T05:42:28.102" v="0" actId="478"/>
          <ac:spMkLst>
            <pc:docMk/>
            <pc:sldMk cId="3834611056" sldId="262"/>
            <ac:spMk id="26" creationId="{B073FA0F-66B5-6BAF-0E1F-7AC6E77B5191}"/>
          </ac:spMkLst>
        </pc:spChg>
        <pc:spChg chg="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28" creationId="{6E0F37C5-5355-4E54-B8BC-4A1170E59505}"/>
          </ac:spMkLst>
        </pc:spChg>
        <pc:spChg chg="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29" creationId="{D724D244-8968-4848-AF32-0C4DBF79F28D}"/>
          </ac:spMkLst>
        </pc:spChg>
        <pc:spChg chg="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30" creationId="{022EE33E-617A-43BD-9816-B378CEE5B198}"/>
          </ac:spMkLst>
        </pc:spChg>
        <pc:spChg chg="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31" creationId="{6AE71401-D450-4936-8231-CA1E71F581E8}"/>
          </ac:spMkLst>
        </pc:spChg>
        <pc:spChg chg="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33" creationId="{6808D6C3-CA17-4909-8018-12EDB1739B2D}"/>
          </ac:spMkLst>
        </pc:spChg>
        <pc:spChg chg="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34" creationId="{3289D9BC-AEE4-409A-AED3-BEAFE3D01A1C}"/>
          </ac:spMkLst>
        </pc:spChg>
        <pc:spChg chg="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39" creationId="{D31133E9-5510-4334-A0F8-F4BDD002A0C1}"/>
          </ac:spMkLst>
        </pc:spChg>
        <pc:spChg chg="mod">
          <ac:chgData name="민민 성" userId="cf1f1df607fbac1a" providerId="LiveId" clId="{59E8D223-197B-4F38-B029-107F403B4AB4}" dt="2026-07-11T05:42:28.570" v="1"/>
          <ac:spMkLst>
            <pc:docMk/>
            <pc:sldMk cId="3834611056" sldId="262"/>
            <ac:spMk id="40" creationId="{41F507FE-0BB1-428C-A554-CF635F5F09B5}"/>
          </ac:spMkLst>
        </pc:spChg>
        <pc:grpChg chg="add mod">
          <ac:chgData name="민민 성" userId="cf1f1df607fbac1a" providerId="LiveId" clId="{59E8D223-197B-4F38-B029-107F403B4AB4}" dt="2026-07-11T05:42:28.570" v="1"/>
          <ac:grpSpMkLst>
            <pc:docMk/>
            <pc:sldMk cId="3834611056" sldId="262"/>
            <ac:grpSpMk id="23" creationId="{52B078CE-F481-49C8-BCD2-D3B05F3F2AAB}"/>
          </ac:grpSpMkLst>
        </pc:grpChg>
        <pc:grpChg chg="add mod">
          <ac:chgData name="민민 성" userId="cf1f1df607fbac1a" providerId="LiveId" clId="{59E8D223-197B-4F38-B029-107F403B4AB4}" dt="2026-07-11T05:42:28.570" v="1"/>
          <ac:grpSpMkLst>
            <pc:docMk/>
            <pc:sldMk cId="3834611056" sldId="262"/>
            <ac:grpSpMk id="32" creationId="{DCDE20DB-6076-4B8A-8E67-F6B954CEEE7F}"/>
          </ac:grpSpMkLst>
        </pc:grpChg>
        <pc:grpChg chg="add mod">
          <ac:chgData name="민민 성" userId="cf1f1df607fbac1a" providerId="LiveId" clId="{59E8D223-197B-4F38-B029-107F403B4AB4}" dt="2026-07-11T05:42:28.570" v="1"/>
          <ac:grpSpMkLst>
            <pc:docMk/>
            <pc:sldMk cId="3834611056" sldId="262"/>
            <ac:grpSpMk id="38" creationId="{1D93E0B9-8A5E-4390-8FCE-7417D1E2BB78}"/>
          </ac:grpSpMkLst>
        </pc:grpChg>
        <pc:picChg chg="mod">
          <ac:chgData name="민민 성" userId="cf1f1df607fbac1a" providerId="LiveId" clId="{59E8D223-197B-4F38-B029-107F403B4AB4}" dt="2026-07-11T05:42:28.570" v="1"/>
          <ac:picMkLst>
            <pc:docMk/>
            <pc:sldMk cId="3834611056" sldId="262"/>
            <ac:picMk id="27" creationId="{8CBA2389-1474-4462-9EB4-D442C50B0CA6}"/>
          </ac:picMkLst>
        </pc:picChg>
        <pc:picChg chg="mod">
          <ac:chgData name="민민 성" userId="cf1f1df607fbac1a" providerId="LiveId" clId="{59E8D223-197B-4F38-B029-107F403B4AB4}" dt="2026-07-11T05:42:28.570" v="1"/>
          <ac:picMkLst>
            <pc:docMk/>
            <pc:sldMk cId="3834611056" sldId="262"/>
            <ac:picMk id="35" creationId="{F27CBA03-4DB7-4D74-8511-7F16CDCD2366}"/>
          </ac:picMkLst>
        </pc:picChg>
        <pc:picChg chg="mod">
          <ac:chgData name="민민 성" userId="cf1f1df607fbac1a" providerId="LiveId" clId="{59E8D223-197B-4F38-B029-107F403B4AB4}" dt="2026-07-11T05:42:28.570" v="1"/>
          <ac:picMkLst>
            <pc:docMk/>
            <pc:sldMk cId="3834611056" sldId="262"/>
            <ac:picMk id="36" creationId="{0B16B0AF-151C-4FF6-A04C-FDC63922354C}"/>
          </ac:picMkLst>
        </pc:picChg>
        <pc:picChg chg="mod">
          <ac:chgData name="민민 성" userId="cf1f1df607fbac1a" providerId="LiveId" clId="{59E8D223-197B-4F38-B029-107F403B4AB4}" dt="2026-07-11T05:42:28.570" v="1"/>
          <ac:picMkLst>
            <pc:docMk/>
            <pc:sldMk cId="3834611056" sldId="262"/>
            <ac:picMk id="37" creationId="{6AA76350-68A6-4828-B3A4-0A08A44E4561}"/>
          </ac:picMkLst>
        </pc:picChg>
        <pc:cxnChg chg="del">
          <ac:chgData name="민민 성" userId="cf1f1df607fbac1a" providerId="LiveId" clId="{59E8D223-197B-4F38-B029-107F403B4AB4}" dt="2026-07-11T05:42:28.102" v="0" actId="478"/>
          <ac:cxnSpMkLst>
            <pc:docMk/>
            <pc:sldMk cId="3834611056" sldId="262"/>
            <ac:cxnSpMk id="24" creationId="{EF6F1791-FF02-2FDA-4F5D-44CDEE636F8C}"/>
          </ac:cxnSpMkLst>
        </pc:cxnChg>
      </pc:sldChg>
      <pc:sldChg chg="del">
        <pc:chgData name="민민 성" userId="cf1f1df607fbac1a" providerId="LiveId" clId="{59E8D223-197B-4F38-B029-107F403B4AB4}" dt="2026-07-11T05:42:33.565" v="2" actId="47"/>
        <pc:sldMkLst>
          <pc:docMk/>
          <pc:sldMk cId="64153278" sldId="263"/>
        </pc:sldMkLst>
      </pc:sldChg>
      <pc:sldChg chg="add">
        <pc:chgData name="민민 성" userId="cf1f1df607fbac1a" providerId="LiveId" clId="{59E8D223-197B-4F38-B029-107F403B4AB4}" dt="2026-07-11T05:42:35.920" v="3"/>
        <pc:sldMkLst>
          <pc:docMk/>
          <pc:sldMk cId="1249277550" sldId="263"/>
        </pc:sldMkLst>
      </pc:sldChg>
      <pc:sldChg chg="del">
        <pc:chgData name="민민 성" userId="cf1f1df607fbac1a" providerId="LiveId" clId="{59E8D223-197B-4F38-B029-107F403B4AB4}" dt="2026-07-11T05:42:33.565" v="2" actId="47"/>
        <pc:sldMkLst>
          <pc:docMk/>
          <pc:sldMk cId="222488953" sldId="264"/>
        </pc:sldMkLst>
      </pc:sldChg>
      <pc:sldChg chg="add">
        <pc:chgData name="민민 성" userId="cf1f1df607fbac1a" providerId="LiveId" clId="{59E8D223-197B-4F38-B029-107F403B4AB4}" dt="2026-07-11T05:42:35.964" v="4"/>
        <pc:sldMkLst>
          <pc:docMk/>
          <pc:sldMk cId="3516469155" sldId="264"/>
        </pc:sldMkLst>
      </pc:sldChg>
      <pc:sldChg chg="del">
        <pc:chgData name="민민 성" userId="cf1f1df607fbac1a" providerId="LiveId" clId="{59E8D223-197B-4F38-B029-107F403B4AB4}" dt="2026-07-11T05:42:33.565" v="2" actId="47"/>
        <pc:sldMkLst>
          <pc:docMk/>
          <pc:sldMk cId="3094331265" sldId="265"/>
        </pc:sldMkLst>
      </pc:sldChg>
      <pc:sldChg chg="add">
        <pc:chgData name="민민 성" userId="cf1f1df607fbac1a" providerId="LiveId" clId="{59E8D223-197B-4F38-B029-107F403B4AB4}" dt="2026-07-11T05:42:36.100" v="5"/>
        <pc:sldMkLst>
          <pc:docMk/>
          <pc:sldMk cId="4078487687" sldId="265"/>
        </pc:sldMkLst>
      </pc:sldChg>
      <pc:sldChg chg="del">
        <pc:chgData name="민민 성" userId="cf1f1df607fbac1a" providerId="LiveId" clId="{59E8D223-197B-4F38-B029-107F403B4AB4}" dt="2026-07-11T05:42:33.565" v="2" actId="47"/>
        <pc:sldMkLst>
          <pc:docMk/>
          <pc:sldMk cId="3967405731" sldId="266"/>
        </pc:sldMkLst>
      </pc:sldChg>
      <pc:sldChg chg="add">
        <pc:chgData name="민민 성" userId="cf1f1df607fbac1a" providerId="LiveId" clId="{59E8D223-197B-4F38-B029-107F403B4AB4}" dt="2026-07-11T05:42:36.273" v="6"/>
        <pc:sldMkLst>
          <pc:docMk/>
          <pc:sldMk cId="4062002965" sldId="266"/>
        </pc:sldMkLst>
      </pc:sldChg>
      <pc:sldChg chg="add">
        <pc:chgData name="민민 성" userId="cf1f1df607fbac1a" providerId="LiveId" clId="{59E8D223-197B-4F38-B029-107F403B4AB4}" dt="2026-07-11T05:42:37.367" v="7"/>
        <pc:sldMkLst>
          <pc:docMk/>
          <pc:sldMk cId="1157061987" sldId="267"/>
        </pc:sldMkLst>
      </pc:sldChg>
      <pc:sldChg chg="del">
        <pc:chgData name="민민 성" userId="cf1f1df607fbac1a" providerId="LiveId" clId="{59E8D223-197B-4F38-B029-107F403B4AB4}" dt="2026-07-11T05:42:33.565" v="2" actId="47"/>
        <pc:sldMkLst>
          <pc:docMk/>
          <pc:sldMk cId="3616013075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41425"/>
            <a:ext cx="5972175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1pPr>
    <a:lvl2pPr marL="8372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2pPr>
    <a:lvl3pPr marL="16744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3pPr>
    <a:lvl4pPr marL="25116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4pPr>
    <a:lvl5pPr marL="33489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5pPr>
    <a:lvl6pPr marL="41861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6pPr>
    <a:lvl7pPr marL="50233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7pPr>
    <a:lvl8pPr marL="58605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8pPr>
    <a:lvl9pPr marL="669781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94620"/>
            <a:ext cx="24003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945535"/>
            <a:ext cx="24003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00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96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448807"/>
            <a:ext cx="276034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204734"/>
            <a:ext cx="276034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99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79227"/>
            <a:ext cx="1360170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79227"/>
            <a:ext cx="1360170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2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95846"/>
            <a:ext cx="2760345" cy="347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441305"/>
            <a:ext cx="135391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657582"/>
            <a:ext cx="1353919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441305"/>
            <a:ext cx="1360587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657582"/>
            <a:ext cx="1360587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5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89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83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0015"/>
            <a:ext cx="1032212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259199"/>
            <a:ext cx="162020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0067"/>
            <a:ext cx="1032212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65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0015"/>
            <a:ext cx="1032212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259199"/>
            <a:ext cx="162020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0067"/>
            <a:ext cx="1032212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39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4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5846"/>
            <a:ext cx="690086" cy="15256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5846"/>
            <a:ext cx="2030254" cy="15256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877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29545" y="30487"/>
            <a:ext cx="3143285" cy="1728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6641" y="81588"/>
            <a:ext cx="358715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A0C91-E2D0-A166-2BE8-3501CE9BABF8}"/>
              </a:ext>
            </a:extLst>
          </p:cNvPr>
          <p:cNvSpPr txBox="1"/>
          <p:nvPr userDrawn="1"/>
        </p:nvSpPr>
        <p:spPr>
          <a:xfrm>
            <a:off x="2072573" y="1569910"/>
            <a:ext cx="11278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6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7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0317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>
          <p15:clr>
            <a:srgbClr val="FBAE40"/>
          </p15:clr>
        </p15:guide>
        <p15:guide id="2" pos="100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23" y="17494"/>
            <a:ext cx="3115476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4842" y="29235"/>
            <a:ext cx="320513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2829702" y="1686924"/>
            <a:ext cx="285655" cy="133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35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23" y="17494"/>
            <a:ext cx="3115476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3287" y="29235"/>
            <a:ext cx="320513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2796038" y="1707219"/>
            <a:ext cx="319318" cy="112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  <p15:guide id="3" orient="horz" pos="6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95846"/>
            <a:ext cx="276034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479227"/>
            <a:ext cx="276034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68542"/>
            <a:ext cx="72009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668542"/>
            <a:ext cx="108013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68542"/>
            <a:ext cx="72009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16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790" r:id="rId13"/>
    <p:sldLayoutId id="2147483789" r:id="rId14"/>
  </p:sldLayoutIdLst>
  <p:txStyles>
    <p:titleStyle>
      <a:lvl1pPr algn="l" defTabSz="240030" rtl="0" eaLnBrk="1" latinLnBrk="1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67" userDrawn="1">
          <p15:clr>
            <a:srgbClr val="F26B43"/>
          </p15:clr>
        </p15:guide>
        <p15:guide id="2" pos="10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FFF2D1B-98E0-4CC4-B6C2-413D30978B9B}"/>
              </a:ext>
            </a:extLst>
          </p:cNvPr>
          <p:cNvSpPr txBox="1"/>
          <p:nvPr/>
        </p:nvSpPr>
        <p:spPr>
          <a:xfrm>
            <a:off x="43499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 </a:t>
            </a:r>
            <a:r>
              <a:rPr lang="en-US" altLang="ko-KR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| </a:t>
            </a:r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진료지원간호팀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B078CE-F481-49C8-BCD2-D3B05F3F2AAB}"/>
              </a:ext>
            </a:extLst>
          </p:cNvPr>
          <p:cNvGrpSpPr/>
          <p:nvPr/>
        </p:nvGrpSpPr>
        <p:grpSpPr>
          <a:xfrm>
            <a:off x="608195" y="838920"/>
            <a:ext cx="634026" cy="568432"/>
            <a:chOff x="777945" y="-736888"/>
            <a:chExt cx="663508" cy="663508"/>
          </a:xfrm>
        </p:grpSpPr>
        <p:pic>
          <p:nvPicPr>
            <p:cNvPr id="27" name="그림 26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BA2389-1474-4462-9EB4-D442C50B0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28" name="L 도형 27">
              <a:extLst>
                <a:ext uri="{FF2B5EF4-FFF2-40B4-BE49-F238E27FC236}">
                  <a16:creationId xmlns:a16="http://schemas.microsoft.com/office/drawing/2014/main" id="{6E0F37C5-5355-4E54-B8BC-4A1170E59505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L 도형 28">
              <a:extLst>
                <a:ext uri="{FF2B5EF4-FFF2-40B4-BE49-F238E27FC236}">
                  <a16:creationId xmlns:a16="http://schemas.microsoft.com/office/drawing/2014/main" id="{D724D244-8968-4848-AF32-0C4DBF79F28D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L 도형 29">
              <a:extLst>
                <a:ext uri="{FF2B5EF4-FFF2-40B4-BE49-F238E27FC236}">
                  <a16:creationId xmlns:a16="http://schemas.microsoft.com/office/drawing/2014/main" id="{022EE33E-617A-43BD-9816-B378CEE5B198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L 도형 30">
              <a:extLst>
                <a:ext uri="{FF2B5EF4-FFF2-40B4-BE49-F238E27FC236}">
                  <a16:creationId xmlns:a16="http://schemas.microsoft.com/office/drawing/2014/main" id="{6AE71401-D450-4936-8231-CA1E71F581E8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DE20DB-6076-4B8A-8E67-F6B954CEEE7F}"/>
              </a:ext>
            </a:extLst>
          </p:cNvPr>
          <p:cNvGrpSpPr/>
          <p:nvPr/>
        </p:nvGrpSpPr>
        <p:grpSpPr>
          <a:xfrm>
            <a:off x="131326" y="274768"/>
            <a:ext cx="1746464" cy="425416"/>
            <a:chOff x="614240" y="226472"/>
            <a:chExt cx="1746464" cy="4254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08D6C3-CA17-4909-8018-12EDB1739B2D}"/>
                </a:ext>
              </a:extLst>
            </p:cNvPr>
            <p:cNvSpPr txBox="1"/>
            <p:nvPr/>
          </p:nvSpPr>
          <p:spPr>
            <a:xfrm>
              <a:off x="685077" y="226472"/>
              <a:ext cx="160499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00B0F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5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9D9BC-AEE4-409A-AED3-BEAFE3D01A1C}"/>
                </a:ext>
              </a:extLst>
            </p:cNvPr>
            <p:cNvSpPr txBox="1"/>
            <p:nvPr/>
          </p:nvSpPr>
          <p:spPr>
            <a:xfrm>
              <a:off x="622591" y="451833"/>
              <a:ext cx="172996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 가치를 만드는 공간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허브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]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27CBA03-4DB7-4D74-8511-7F16CDCD2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0B16B0AF-151C-4FF6-A04C-FDC639223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81315" y="257361"/>
              <a:ext cx="179389" cy="156650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AA76350-68A6-4828-B3A4-0A08A44E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97302" y="276730"/>
              <a:ext cx="147414" cy="128728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D93E0B9-8A5E-4390-8FCE-7417D1E2BB78}"/>
              </a:ext>
            </a:extLst>
          </p:cNvPr>
          <p:cNvGrpSpPr/>
          <p:nvPr/>
        </p:nvGrpSpPr>
        <p:grpSpPr>
          <a:xfrm>
            <a:off x="1506613" y="772187"/>
            <a:ext cx="1564409" cy="707886"/>
            <a:chOff x="796295" y="778765"/>
            <a:chExt cx="1564409" cy="70788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1133E9-5510-4334-A0F8-F4BDD002A0C1}"/>
                </a:ext>
              </a:extLst>
            </p:cNvPr>
            <p:cNvSpPr txBox="1"/>
            <p:nvPr/>
          </p:nvSpPr>
          <p:spPr>
            <a:xfrm>
              <a:off x="1422627" y="778765"/>
              <a:ext cx="93807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함께하는 즐거움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“</a:t>
              </a: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명확한 약속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한눈에 보는 실무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현장 밀착형 지원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변화의 체감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F507FE-0BB1-428C-A554-CF635F5F09B5}"/>
                </a:ext>
              </a:extLst>
            </p:cNvPr>
            <p:cNvSpPr txBox="1"/>
            <p:nvPr/>
          </p:nvSpPr>
          <p:spPr>
            <a:xfrm>
              <a:off x="796295" y="778765"/>
              <a:ext cx="7537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소통의 광장</a:t>
              </a:r>
              <a:endPara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업무 기준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교육자료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요청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4611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FFF2D1B-98E0-4CC4-B6C2-413D30978B9B}"/>
              </a:ext>
            </a:extLst>
          </p:cNvPr>
          <p:cNvSpPr txBox="1"/>
          <p:nvPr/>
        </p:nvSpPr>
        <p:spPr>
          <a:xfrm>
            <a:off x="43499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 </a:t>
            </a:r>
            <a:r>
              <a:rPr lang="en-US" altLang="ko-KR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| </a:t>
            </a:r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진료지원간호팀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B078CE-F481-49C8-BCD2-D3B05F3F2AAB}"/>
              </a:ext>
            </a:extLst>
          </p:cNvPr>
          <p:cNvGrpSpPr/>
          <p:nvPr/>
        </p:nvGrpSpPr>
        <p:grpSpPr>
          <a:xfrm>
            <a:off x="608195" y="838920"/>
            <a:ext cx="634026" cy="568432"/>
            <a:chOff x="777945" y="-736888"/>
            <a:chExt cx="663508" cy="663508"/>
          </a:xfrm>
        </p:grpSpPr>
        <p:pic>
          <p:nvPicPr>
            <p:cNvPr id="27" name="그림 26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BA2389-1474-4462-9EB4-D442C50B0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28" name="L 도형 27">
              <a:extLst>
                <a:ext uri="{FF2B5EF4-FFF2-40B4-BE49-F238E27FC236}">
                  <a16:creationId xmlns:a16="http://schemas.microsoft.com/office/drawing/2014/main" id="{6E0F37C5-5355-4E54-B8BC-4A1170E59505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L 도형 28">
              <a:extLst>
                <a:ext uri="{FF2B5EF4-FFF2-40B4-BE49-F238E27FC236}">
                  <a16:creationId xmlns:a16="http://schemas.microsoft.com/office/drawing/2014/main" id="{D724D244-8968-4848-AF32-0C4DBF79F28D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L 도형 29">
              <a:extLst>
                <a:ext uri="{FF2B5EF4-FFF2-40B4-BE49-F238E27FC236}">
                  <a16:creationId xmlns:a16="http://schemas.microsoft.com/office/drawing/2014/main" id="{022EE33E-617A-43BD-9816-B378CEE5B198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L 도형 30">
              <a:extLst>
                <a:ext uri="{FF2B5EF4-FFF2-40B4-BE49-F238E27FC236}">
                  <a16:creationId xmlns:a16="http://schemas.microsoft.com/office/drawing/2014/main" id="{6AE71401-D450-4936-8231-CA1E71F581E8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DE20DB-6076-4B8A-8E67-F6B954CEEE7F}"/>
              </a:ext>
            </a:extLst>
          </p:cNvPr>
          <p:cNvGrpSpPr/>
          <p:nvPr/>
        </p:nvGrpSpPr>
        <p:grpSpPr>
          <a:xfrm>
            <a:off x="131326" y="274768"/>
            <a:ext cx="1746464" cy="425416"/>
            <a:chOff x="614240" y="226472"/>
            <a:chExt cx="1746464" cy="4254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08D6C3-CA17-4909-8018-12EDB1739B2D}"/>
                </a:ext>
              </a:extLst>
            </p:cNvPr>
            <p:cNvSpPr txBox="1"/>
            <p:nvPr/>
          </p:nvSpPr>
          <p:spPr>
            <a:xfrm>
              <a:off x="685077" y="226472"/>
              <a:ext cx="160499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00B0F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5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9D9BC-AEE4-409A-AED3-BEAFE3D01A1C}"/>
                </a:ext>
              </a:extLst>
            </p:cNvPr>
            <p:cNvSpPr txBox="1"/>
            <p:nvPr/>
          </p:nvSpPr>
          <p:spPr>
            <a:xfrm>
              <a:off x="622591" y="451833"/>
              <a:ext cx="172996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 가치를 만드는 공간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허브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]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27CBA03-4DB7-4D74-8511-7F16CDCD2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0B16B0AF-151C-4FF6-A04C-FDC639223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81315" y="257361"/>
              <a:ext cx="179389" cy="156650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AA76350-68A6-4828-B3A4-0A08A44E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97302" y="276730"/>
              <a:ext cx="147414" cy="128728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D93E0B9-8A5E-4390-8FCE-7417D1E2BB78}"/>
              </a:ext>
            </a:extLst>
          </p:cNvPr>
          <p:cNvGrpSpPr/>
          <p:nvPr/>
        </p:nvGrpSpPr>
        <p:grpSpPr>
          <a:xfrm>
            <a:off x="1506613" y="772187"/>
            <a:ext cx="1564409" cy="707886"/>
            <a:chOff x="796295" y="778765"/>
            <a:chExt cx="1564409" cy="70788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1133E9-5510-4334-A0F8-F4BDD002A0C1}"/>
                </a:ext>
              </a:extLst>
            </p:cNvPr>
            <p:cNvSpPr txBox="1"/>
            <p:nvPr/>
          </p:nvSpPr>
          <p:spPr>
            <a:xfrm>
              <a:off x="1422627" y="778765"/>
              <a:ext cx="93807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함께하는 즐거움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“</a:t>
              </a: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명확한 약속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한눈에 보는 실무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현장 밀착형 지원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변화의 체감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F507FE-0BB1-428C-A554-CF635F5F09B5}"/>
                </a:ext>
              </a:extLst>
            </p:cNvPr>
            <p:cNvSpPr txBox="1"/>
            <p:nvPr/>
          </p:nvSpPr>
          <p:spPr>
            <a:xfrm>
              <a:off x="796295" y="778765"/>
              <a:ext cx="7537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소통의 광장</a:t>
              </a:r>
              <a:endPara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업무 기준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교육자료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요청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27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FFF2D1B-98E0-4CC4-B6C2-413D30978B9B}"/>
              </a:ext>
            </a:extLst>
          </p:cNvPr>
          <p:cNvSpPr txBox="1"/>
          <p:nvPr/>
        </p:nvSpPr>
        <p:spPr>
          <a:xfrm>
            <a:off x="43499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 </a:t>
            </a:r>
            <a:r>
              <a:rPr lang="en-US" altLang="ko-KR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| </a:t>
            </a:r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진료지원간호팀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B078CE-F481-49C8-BCD2-D3B05F3F2AAB}"/>
              </a:ext>
            </a:extLst>
          </p:cNvPr>
          <p:cNvGrpSpPr/>
          <p:nvPr/>
        </p:nvGrpSpPr>
        <p:grpSpPr>
          <a:xfrm>
            <a:off x="608195" y="838920"/>
            <a:ext cx="634026" cy="568432"/>
            <a:chOff x="777945" y="-736888"/>
            <a:chExt cx="663508" cy="663508"/>
          </a:xfrm>
        </p:grpSpPr>
        <p:pic>
          <p:nvPicPr>
            <p:cNvPr id="27" name="그림 26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BA2389-1474-4462-9EB4-D442C50B0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28" name="L 도형 27">
              <a:extLst>
                <a:ext uri="{FF2B5EF4-FFF2-40B4-BE49-F238E27FC236}">
                  <a16:creationId xmlns:a16="http://schemas.microsoft.com/office/drawing/2014/main" id="{6E0F37C5-5355-4E54-B8BC-4A1170E59505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L 도형 28">
              <a:extLst>
                <a:ext uri="{FF2B5EF4-FFF2-40B4-BE49-F238E27FC236}">
                  <a16:creationId xmlns:a16="http://schemas.microsoft.com/office/drawing/2014/main" id="{D724D244-8968-4848-AF32-0C4DBF79F28D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L 도형 29">
              <a:extLst>
                <a:ext uri="{FF2B5EF4-FFF2-40B4-BE49-F238E27FC236}">
                  <a16:creationId xmlns:a16="http://schemas.microsoft.com/office/drawing/2014/main" id="{022EE33E-617A-43BD-9816-B378CEE5B198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L 도형 30">
              <a:extLst>
                <a:ext uri="{FF2B5EF4-FFF2-40B4-BE49-F238E27FC236}">
                  <a16:creationId xmlns:a16="http://schemas.microsoft.com/office/drawing/2014/main" id="{6AE71401-D450-4936-8231-CA1E71F581E8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DE20DB-6076-4B8A-8E67-F6B954CEEE7F}"/>
              </a:ext>
            </a:extLst>
          </p:cNvPr>
          <p:cNvGrpSpPr/>
          <p:nvPr/>
        </p:nvGrpSpPr>
        <p:grpSpPr>
          <a:xfrm>
            <a:off x="131326" y="274768"/>
            <a:ext cx="1746464" cy="425416"/>
            <a:chOff x="614240" y="226472"/>
            <a:chExt cx="1746464" cy="4254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08D6C3-CA17-4909-8018-12EDB1739B2D}"/>
                </a:ext>
              </a:extLst>
            </p:cNvPr>
            <p:cNvSpPr txBox="1"/>
            <p:nvPr/>
          </p:nvSpPr>
          <p:spPr>
            <a:xfrm>
              <a:off x="685077" y="226472"/>
              <a:ext cx="160499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00B0F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5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9D9BC-AEE4-409A-AED3-BEAFE3D01A1C}"/>
                </a:ext>
              </a:extLst>
            </p:cNvPr>
            <p:cNvSpPr txBox="1"/>
            <p:nvPr/>
          </p:nvSpPr>
          <p:spPr>
            <a:xfrm>
              <a:off x="622591" y="451833"/>
              <a:ext cx="172996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 가치를 만드는 공간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허브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]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27CBA03-4DB7-4D74-8511-7F16CDCD2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0B16B0AF-151C-4FF6-A04C-FDC639223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81315" y="257361"/>
              <a:ext cx="179389" cy="156650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AA76350-68A6-4828-B3A4-0A08A44E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97302" y="276730"/>
              <a:ext cx="147414" cy="128728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D93E0B9-8A5E-4390-8FCE-7417D1E2BB78}"/>
              </a:ext>
            </a:extLst>
          </p:cNvPr>
          <p:cNvGrpSpPr/>
          <p:nvPr/>
        </p:nvGrpSpPr>
        <p:grpSpPr>
          <a:xfrm>
            <a:off x="1506613" y="772187"/>
            <a:ext cx="1564409" cy="707886"/>
            <a:chOff x="796295" y="778765"/>
            <a:chExt cx="1564409" cy="70788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1133E9-5510-4334-A0F8-F4BDD002A0C1}"/>
                </a:ext>
              </a:extLst>
            </p:cNvPr>
            <p:cNvSpPr txBox="1"/>
            <p:nvPr/>
          </p:nvSpPr>
          <p:spPr>
            <a:xfrm>
              <a:off x="1422627" y="778765"/>
              <a:ext cx="93807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함께하는 즐거움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“</a:t>
              </a: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명확한 약속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한눈에 보는 실무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현장 밀착형 지원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변화의 체감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F507FE-0BB1-428C-A554-CF635F5F09B5}"/>
                </a:ext>
              </a:extLst>
            </p:cNvPr>
            <p:cNvSpPr txBox="1"/>
            <p:nvPr/>
          </p:nvSpPr>
          <p:spPr>
            <a:xfrm>
              <a:off x="796295" y="778765"/>
              <a:ext cx="7537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소통의 광장</a:t>
              </a:r>
              <a:endPara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업무 기준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교육자료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요청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646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FFF2D1B-98E0-4CC4-B6C2-413D30978B9B}"/>
              </a:ext>
            </a:extLst>
          </p:cNvPr>
          <p:cNvSpPr txBox="1"/>
          <p:nvPr/>
        </p:nvSpPr>
        <p:spPr>
          <a:xfrm>
            <a:off x="43499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 </a:t>
            </a:r>
            <a:r>
              <a:rPr lang="en-US" altLang="ko-KR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| </a:t>
            </a:r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진료지원간호팀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B078CE-F481-49C8-BCD2-D3B05F3F2AAB}"/>
              </a:ext>
            </a:extLst>
          </p:cNvPr>
          <p:cNvGrpSpPr/>
          <p:nvPr/>
        </p:nvGrpSpPr>
        <p:grpSpPr>
          <a:xfrm>
            <a:off x="608195" y="838920"/>
            <a:ext cx="634026" cy="568432"/>
            <a:chOff x="777945" y="-736888"/>
            <a:chExt cx="663508" cy="663508"/>
          </a:xfrm>
        </p:grpSpPr>
        <p:pic>
          <p:nvPicPr>
            <p:cNvPr id="27" name="그림 26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BA2389-1474-4462-9EB4-D442C50B0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28" name="L 도형 27">
              <a:extLst>
                <a:ext uri="{FF2B5EF4-FFF2-40B4-BE49-F238E27FC236}">
                  <a16:creationId xmlns:a16="http://schemas.microsoft.com/office/drawing/2014/main" id="{6E0F37C5-5355-4E54-B8BC-4A1170E59505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L 도형 28">
              <a:extLst>
                <a:ext uri="{FF2B5EF4-FFF2-40B4-BE49-F238E27FC236}">
                  <a16:creationId xmlns:a16="http://schemas.microsoft.com/office/drawing/2014/main" id="{D724D244-8968-4848-AF32-0C4DBF79F28D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L 도형 29">
              <a:extLst>
                <a:ext uri="{FF2B5EF4-FFF2-40B4-BE49-F238E27FC236}">
                  <a16:creationId xmlns:a16="http://schemas.microsoft.com/office/drawing/2014/main" id="{022EE33E-617A-43BD-9816-B378CEE5B198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L 도형 30">
              <a:extLst>
                <a:ext uri="{FF2B5EF4-FFF2-40B4-BE49-F238E27FC236}">
                  <a16:creationId xmlns:a16="http://schemas.microsoft.com/office/drawing/2014/main" id="{6AE71401-D450-4936-8231-CA1E71F581E8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DE20DB-6076-4B8A-8E67-F6B954CEEE7F}"/>
              </a:ext>
            </a:extLst>
          </p:cNvPr>
          <p:cNvGrpSpPr/>
          <p:nvPr/>
        </p:nvGrpSpPr>
        <p:grpSpPr>
          <a:xfrm>
            <a:off x="131326" y="274768"/>
            <a:ext cx="1746464" cy="425416"/>
            <a:chOff x="614240" y="226472"/>
            <a:chExt cx="1746464" cy="4254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08D6C3-CA17-4909-8018-12EDB1739B2D}"/>
                </a:ext>
              </a:extLst>
            </p:cNvPr>
            <p:cNvSpPr txBox="1"/>
            <p:nvPr/>
          </p:nvSpPr>
          <p:spPr>
            <a:xfrm>
              <a:off x="685077" y="226472"/>
              <a:ext cx="160499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00B0F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5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9D9BC-AEE4-409A-AED3-BEAFE3D01A1C}"/>
                </a:ext>
              </a:extLst>
            </p:cNvPr>
            <p:cNvSpPr txBox="1"/>
            <p:nvPr/>
          </p:nvSpPr>
          <p:spPr>
            <a:xfrm>
              <a:off x="622591" y="451833"/>
              <a:ext cx="172996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 가치를 만드는 공간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허브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]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27CBA03-4DB7-4D74-8511-7F16CDCD2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0B16B0AF-151C-4FF6-A04C-FDC639223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81315" y="257361"/>
              <a:ext cx="179389" cy="156650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AA76350-68A6-4828-B3A4-0A08A44E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97302" y="276730"/>
              <a:ext cx="147414" cy="128728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D93E0B9-8A5E-4390-8FCE-7417D1E2BB78}"/>
              </a:ext>
            </a:extLst>
          </p:cNvPr>
          <p:cNvGrpSpPr/>
          <p:nvPr/>
        </p:nvGrpSpPr>
        <p:grpSpPr>
          <a:xfrm>
            <a:off x="1506613" y="772187"/>
            <a:ext cx="1564409" cy="707886"/>
            <a:chOff x="796295" y="778765"/>
            <a:chExt cx="1564409" cy="70788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1133E9-5510-4334-A0F8-F4BDD002A0C1}"/>
                </a:ext>
              </a:extLst>
            </p:cNvPr>
            <p:cNvSpPr txBox="1"/>
            <p:nvPr/>
          </p:nvSpPr>
          <p:spPr>
            <a:xfrm>
              <a:off x="1422627" y="778765"/>
              <a:ext cx="93807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함께하는 즐거움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“</a:t>
              </a: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명확한 약속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한눈에 보는 실무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현장 밀착형 지원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변화의 체감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F507FE-0BB1-428C-A554-CF635F5F09B5}"/>
                </a:ext>
              </a:extLst>
            </p:cNvPr>
            <p:cNvSpPr txBox="1"/>
            <p:nvPr/>
          </p:nvSpPr>
          <p:spPr>
            <a:xfrm>
              <a:off x="796295" y="778765"/>
              <a:ext cx="7537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소통의 광장</a:t>
              </a:r>
              <a:endPara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업무 기준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교육자료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요청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848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FFF2D1B-98E0-4CC4-B6C2-413D30978B9B}"/>
              </a:ext>
            </a:extLst>
          </p:cNvPr>
          <p:cNvSpPr txBox="1"/>
          <p:nvPr/>
        </p:nvSpPr>
        <p:spPr>
          <a:xfrm>
            <a:off x="43499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 </a:t>
            </a:r>
            <a:r>
              <a:rPr lang="en-US" altLang="ko-KR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| </a:t>
            </a:r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진료지원간호팀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B078CE-F481-49C8-BCD2-D3B05F3F2AAB}"/>
              </a:ext>
            </a:extLst>
          </p:cNvPr>
          <p:cNvGrpSpPr/>
          <p:nvPr/>
        </p:nvGrpSpPr>
        <p:grpSpPr>
          <a:xfrm>
            <a:off x="608195" y="838920"/>
            <a:ext cx="634026" cy="568432"/>
            <a:chOff x="777945" y="-736888"/>
            <a:chExt cx="663508" cy="663508"/>
          </a:xfrm>
        </p:grpSpPr>
        <p:pic>
          <p:nvPicPr>
            <p:cNvPr id="27" name="그림 26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BA2389-1474-4462-9EB4-D442C50B0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28" name="L 도형 27">
              <a:extLst>
                <a:ext uri="{FF2B5EF4-FFF2-40B4-BE49-F238E27FC236}">
                  <a16:creationId xmlns:a16="http://schemas.microsoft.com/office/drawing/2014/main" id="{6E0F37C5-5355-4E54-B8BC-4A1170E59505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L 도형 28">
              <a:extLst>
                <a:ext uri="{FF2B5EF4-FFF2-40B4-BE49-F238E27FC236}">
                  <a16:creationId xmlns:a16="http://schemas.microsoft.com/office/drawing/2014/main" id="{D724D244-8968-4848-AF32-0C4DBF79F28D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L 도형 29">
              <a:extLst>
                <a:ext uri="{FF2B5EF4-FFF2-40B4-BE49-F238E27FC236}">
                  <a16:creationId xmlns:a16="http://schemas.microsoft.com/office/drawing/2014/main" id="{022EE33E-617A-43BD-9816-B378CEE5B198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L 도형 30">
              <a:extLst>
                <a:ext uri="{FF2B5EF4-FFF2-40B4-BE49-F238E27FC236}">
                  <a16:creationId xmlns:a16="http://schemas.microsoft.com/office/drawing/2014/main" id="{6AE71401-D450-4936-8231-CA1E71F581E8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DE20DB-6076-4B8A-8E67-F6B954CEEE7F}"/>
              </a:ext>
            </a:extLst>
          </p:cNvPr>
          <p:cNvGrpSpPr/>
          <p:nvPr/>
        </p:nvGrpSpPr>
        <p:grpSpPr>
          <a:xfrm>
            <a:off x="131326" y="274768"/>
            <a:ext cx="1746464" cy="425416"/>
            <a:chOff x="614240" y="226472"/>
            <a:chExt cx="1746464" cy="4254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08D6C3-CA17-4909-8018-12EDB1739B2D}"/>
                </a:ext>
              </a:extLst>
            </p:cNvPr>
            <p:cNvSpPr txBox="1"/>
            <p:nvPr/>
          </p:nvSpPr>
          <p:spPr>
            <a:xfrm>
              <a:off x="685077" y="226472"/>
              <a:ext cx="160499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00B0F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5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9D9BC-AEE4-409A-AED3-BEAFE3D01A1C}"/>
                </a:ext>
              </a:extLst>
            </p:cNvPr>
            <p:cNvSpPr txBox="1"/>
            <p:nvPr/>
          </p:nvSpPr>
          <p:spPr>
            <a:xfrm>
              <a:off x="622591" y="451833"/>
              <a:ext cx="172996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 가치를 만드는 공간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허브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]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27CBA03-4DB7-4D74-8511-7F16CDCD2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0B16B0AF-151C-4FF6-A04C-FDC639223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81315" y="257361"/>
              <a:ext cx="179389" cy="156650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AA76350-68A6-4828-B3A4-0A08A44E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97302" y="276730"/>
              <a:ext cx="147414" cy="128728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D93E0B9-8A5E-4390-8FCE-7417D1E2BB78}"/>
              </a:ext>
            </a:extLst>
          </p:cNvPr>
          <p:cNvGrpSpPr/>
          <p:nvPr/>
        </p:nvGrpSpPr>
        <p:grpSpPr>
          <a:xfrm>
            <a:off x="1506613" y="772187"/>
            <a:ext cx="1564409" cy="707886"/>
            <a:chOff x="796295" y="778765"/>
            <a:chExt cx="1564409" cy="70788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1133E9-5510-4334-A0F8-F4BDD002A0C1}"/>
                </a:ext>
              </a:extLst>
            </p:cNvPr>
            <p:cNvSpPr txBox="1"/>
            <p:nvPr/>
          </p:nvSpPr>
          <p:spPr>
            <a:xfrm>
              <a:off x="1422627" y="778765"/>
              <a:ext cx="93807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함께하는 즐거움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“</a:t>
              </a: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명확한 약속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한눈에 보는 실무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현장 밀착형 지원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변화의 체감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F507FE-0BB1-428C-A554-CF635F5F09B5}"/>
                </a:ext>
              </a:extLst>
            </p:cNvPr>
            <p:cNvSpPr txBox="1"/>
            <p:nvPr/>
          </p:nvSpPr>
          <p:spPr>
            <a:xfrm>
              <a:off x="796295" y="778765"/>
              <a:ext cx="7537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소통의 광장</a:t>
              </a:r>
              <a:endPara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업무 기준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교육자료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요청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200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FFF2D1B-98E0-4CC4-B6C2-413D30978B9B}"/>
              </a:ext>
            </a:extLst>
          </p:cNvPr>
          <p:cNvSpPr txBox="1"/>
          <p:nvPr/>
        </p:nvSpPr>
        <p:spPr>
          <a:xfrm>
            <a:off x="43499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 </a:t>
            </a:r>
            <a:r>
              <a:rPr lang="en-US" altLang="ko-KR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| </a:t>
            </a:r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진료지원간호팀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B078CE-F481-49C8-BCD2-D3B05F3F2AAB}"/>
              </a:ext>
            </a:extLst>
          </p:cNvPr>
          <p:cNvGrpSpPr/>
          <p:nvPr/>
        </p:nvGrpSpPr>
        <p:grpSpPr>
          <a:xfrm>
            <a:off x="608195" y="838920"/>
            <a:ext cx="634026" cy="568432"/>
            <a:chOff x="777945" y="-736888"/>
            <a:chExt cx="663508" cy="663508"/>
          </a:xfrm>
        </p:grpSpPr>
        <p:pic>
          <p:nvPicPr>
            <p:cNvPr id="27" name="그림 26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BA2389-1474-4462-9EB4-D442C50B0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28" name="L 도형 27">
              <a:extLst>
                <a:ext uri="{FF2B5EF4-FFF2-40B4-BE49-F238E27FC236}">
                  <a16:creationId xmlns:a16="http://schemas.microsoft.com/office/drawing/2014/main" id="{6E0F37C5-5355-4E54-B8BC-4A1170E59505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L 도형 28">
              <a:extLst>
                <a:ext uri="{FF2B5EF4-FFF2-40B4-BE49-F238E27FC236}">
                  <a16:creationId xmlns:a16="http://schemas.microsoft.com/office/drawing/2014/main" id="{D724D244-8968-4848-AF32-0C4DBF79F28D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L 도형 29">
              <a:extLst>
                <a:ext uri="{FF2B5EF4-FFF2-40B4-BE49-F238E27FC236}">
                  <a16:creationId xmlns:a16="http://schemas.microsoft.com/office/drawing/2014/main" id="{022EE33E-617A-43BD-9816-B378CEE5B198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L 도형 30">
              <a:extLst>
                <a:ext uri="{FF2B5EF4-FFF2-40B4-BE49-F238E27FC236}">
                  <a16:creationId xmlns:a16="http://schemas.microsoft.com/office/drawing/2014/main" id="{6AE71401-D450-4936-8231-CA1E71F581E8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DE20DB-6076-4B8A-8E67-F6B954CEEE7F}"/>
              </a:ext>
            </a:extLst>
          </p:cNvPr>
          <p:cNvGrpSpPr/>
          <p:nvPr/>
        </p:nvGrpSpPr>
        <p:grpSpPr>
          <a:xfrm>
            <a:off x="131326" y="274768"/>
            <a:ext cx="1746464" cy="425416"/>
            <a:chOff x="614240" y="226472"/>
            <a:chExt cx="1746464" cy="4254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08D6C3-CA17-4909-8018-12EDB1739B2D}"/>
                </a:ext>
              </a:extLst>
            </p:cNvPr>
            <p:cNvSpPr txBox="1"/>
            <p:nvPr/>
          </p:nvSpPr>
          <p:spPr>
            <a:xfrm>
              <a:off x="685077" y="226472"/>
              <a:ext cx="160499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00B0F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5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9D9BC-AEE4-409A-AED3-BEAFE3D01A1C}"/>
                </a:ext>
              </a:extLst>
            </p:cNvPr>
            <p:cNvSpPr txBox="1"/>
            <p:nvPr/>
          </p:nvSpPr>
          <p:spPr>
            <a:xfrm>
              <a:off x="622591" y="451833"/>
              <a:ext cx="172996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 가치를 만드는 공간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허브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]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27CBA03-4DB7-4D74-8511-7F16CDCD2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0B16B0AF-151C-4FF6-A04C-FDC639223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81315" y="257361"/>
              <a:ext cx="179389" cy="156650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AA76350-68A6-4828-B3A4-0A08A44E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97302" y="276730"/>
              <a:ext cx="147414" cy="128728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D93E0B9-8A5E-4390-8FCE-7417D1E2BB78}"/>
              </a:ext>
            </a:extLst>
          </p:cNvPr>
          <p:cNvGrpSpPr/>
          <p:nvPr/>
        </p:nvGrpSpPr>
        <p:grpSpPr>
          <a:xfrm>
            <a:off x="1506613" y="772187"/>
            <a:ext cx="1564409" cy="707886"/>
            <a:chOff x="796295" y="778765"/>
            <a:chExt cx="1564409" cy="70788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1133E9-5510-4334-A0F8-F4BDD002A0C1}"/>
                </a:ext>
              </a:extLst>
            </p:cNvPr>
            <p:cNvSpPr txBox="1"/>
            <p:nvPr/>
          </p:nvSpPr>
          <p:spPr>
            <a:xfrm>
              <a:off x="1422627" y="778765"/>
              <a:ext cx="93807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함께하는 즐거움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“</a:t>
              </a: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명확한 약속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한눈에 보는 실무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현장 밀착형 지원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변화의 체감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F507FE-0BB1-428C-A554-CF635F5F09B5}"/>
                </a:ext>
              </a:extLst>
            </p:cNvPr>
            <p:cNvSpPr txBox="1"/>
            <p:nvPr/>
          </p:nvSpPr>
          <p:spPr>
            <a:xfrm>
              <a:off x="796295" y="778765"/>
              <a:ext cx="7537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소통의 광장</a:t>
              </a:r>
              <a:endPara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업무 기준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교육자료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요청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06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3395</TotalTime>
  <Words>264</Words>
  <Application>Microsoft Office PowerPoint</Application>
  <PresentationFormat>사용자 지정</PresentationFormat>
  <Paragraphs>78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KoPub돋움체 Light</vt:lpstr>
      <vt:lpstr>Arial</vt:lpstr>
      <vt:lpstr>Calibri</vt:lpstr>
      <vt:lpstr>Calibri Light</vt:lpstr>
      <vt:lpstr>Franklin Gothic Heavy</vt:lpstr>
      <vt:lpstr>KoPub돋움체 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민민 성</cp:lastModifiedBy>
  <cp:revision>2291</cp:revision>
  <cp:lastPrinted>2026-04-09T11:45:46Z</cp:lastPrinted>
  <dcterms:created xsi:type="dcterms:W3CDTF">2025-05-04T13:56:03Z</dcterms:created>
  <dcterms:modified xsi:type="dcterms:W3CDTF">2026-07-11T05:42:38Z</dcterms:modified>
</cp:coreProperties>
</file>