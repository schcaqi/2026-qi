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09" r:id="rId1"/>
  </p:sldMasterIdLst>
  <p:notesMasterIdLst>
    <p:notesMasterId r:id="rId4"/>
  </p:notesMasterIdLst>
  <p:sldIdLst>
    <p:sldId id="270" r:id="rId2"/>
    <p:sldId id="313" r:id="rId3"/>
  </p:sldIdLst>
  <p:sldSz cx="9906000" cy="6858000" type="A4"/>
  <p:notesSz cx="6858000" cy="9945688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libri Light" panose="020F0302020204030204" pitchFamily="34" charset="0"/>
      <p:regular r:id="rId9"/>
      <p:italic r:id="rId10"/>
    </p:embeddedFont>
    <p:embeddedFont>
      <p:font typeface="KoPub돋움체 Bold" panose="02020603020101020101" pitchFamily="18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160" userDrawn="1">
          <p15:clr>
            <a:srgbClr val="A4A3A4"/>
          </p15:clr>
        </p15:guide>
        <p15:guide id="6" orient="horz" pos="766" userDrawn="1">
          <p15:clr>
            <a:srgbClr val="A4A3A4"/>
          </p15:clr>
        </p15:guide>
        <p15:guide id="7" orient="horz" pos="3970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9" pos="405" userDrawn="1">
          <p15:clr>
            <a:srgbClr val="A4A3A4"/>
          </p15:clr>
        </p15:guide>
        <p15:guide id="10" pos="5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9" autoAdjust="0"/>
    <p:restoredTop sz="97430" autoAdjust="0"/>
  </p:normalViewPr>
  <p:slideViewPr>
    <p:cSldViewPr snapToGrid="0">
      <p:cViewPr varScale="1">
        <p:scale>
          <a:sx n="98" d="100"/>
          <a:sy n="98" d="100"/>
        </p:scale>
        <p:origin x="2022" y="78"/>
      </p:cViewPr>
      <p:guideLst>
        <p:guide orient="horz" pos="2160"/>
        <p:guide orient="horz" pos="766"/>
        <p:guide orient="horz" pos="3970"/>
        <p:guide pos="3120"/>
        <p:guide pos="405"/>
        <p:guide pos="583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8A23C339-EF1C-4F94-8085-8ECCBA9E7EE0}"/>
    <pc:docChg chg="addSld delSld modSld">
      <pc:chgData name="민민 성" userId="cf1f1df607fbac1a" providerId="LiveId" clId="{8A23C339-EF1C-4F94-8085-8ECCBA9E7EE0}" dt="2026-07-11T05:39:55.690" v="7"/>
      <pc:docMkLst>
        <pc:docMk/>
      </pc:docMkLst>
      <pc:sldChg chg="modSp mod">
        <pc:chgData name="민민 성" userId="cf1f1df607fbac1a" providerId="LiveId" clId="{8A23C339-EF1C-4F94-8085-8ECCBA9E7EE0}" dt="2026-07-11T05:39:40.260" v="1" actId="404"/>
        <pc:sldMkLst>
          <pc:docMk/>
          <pc:sldMk cId="4063746640" sldId="270"/>
        </pc:sldMkLst>
        <pc:spChg chg="mod">
          <ac:chgData name="민민 성" userId="cf1f1df607fbac1a" providerId="LiveId" clId="{8A23C339-EF1C-4F94-8085-8ECCBA9E7EE0}" dt="2026-07-11T05:39:40.260" v="1" actId="404"/>
          <ac:spMkLst>
            <pc:docMk/>
            <pc:sldMk cId="4063746640" sldId="270"/>
            <ac:spMk id="31" creationId="{8286C7F5-77BB-B584-5E2E-82705B55B19B}"/>
          </ac:spMkLst>
        </pc:spChg>
      </pc:sldChg>
      <pc:sldChg chg="add">
        <pc:chgData name="민민 성" userId="cf1f1df607fbac1a" providerId="LiveId" clId="{8A23C339-EF1C-4F94-8085-8ECCBA9E7EE0}" dt="2026-07-11T05:39:55.042" v="3"/>
        <pc:sldMkLst>
          <pc:docMk/>
          <pc:sldMk cId="2870025244" sldId="271"/>
        </pc:sldMkLst>
      </pc:sldChg>
      <pc:sldChg chg="del">
        <pc:chgData name="민민 성" userId="cf1f1df607fbac1a" providerId="LiveId" clId="{8A23C339-EF1C-4F94-8085-8ECCBA9E7EE0}" dt="2026-07-11T05:39:53.409" v="2" actId="47"/>
        <pc:sldMkLst>
          <pc:docMk/>
          <pc:sldMk cId="3435437932" sldId="271"/>
        </pc:sldMkLst>
      </pc:sldChg>
      <pc:sldChg chg="add">
        <pc:chgData name="민민 성" userId="cf1f1df607fbac1a" providerId="LiveId" clId="{8A23C339-EF1C-4F94-8085-8ECCBA9E7EE0}" dt="2026-07-11T05:39:55.147" v="4"/>
        <pc:sldMkLst>
          <pc:docMk/>
          <pc:sldMk cId="885637962" sldId="272"/>
        </pc:sldMkLst>
      </pc:sldChg>
      <pc:sldChg chg="del">
        <pc:chgData name="민민 성" userId="cf1f1df607fbac1a" providerId="LiveId" clId="{8A23C339-EF1C-4F94-8085-8ECCBA9E7EE0}" dt="2026-07-11T05:39:53.409" v="2" actId="47"/>
        <pc:sldMkLst>
          <pc:docMk/>
          <pc:sldMk cId="3678952818" sldId="272"/>
        </pc:sldMkLst>
      </pc:sldChg>
      <pc:sldChg chg="del">
        <pc:chgData name="민민 성" userId="cf1f1df607fbac1a" providerId="LiveId" clId="{8A23C339-EF1C-4F94-8085-8ECCBA9E7EE0}" dt="2026-07-11T05:39:53.409" v="2" actId="47"/>
        <pc:sldMkLst>
          <pc:docMk/>
          <pc:sldMk cId="1936089100" sldId="273"/>
        </pc:sldMkLst>
      </pc:sldChg>
      <pc:sldChg chg="add">
        <pc:chgData name="민민 성" userId="cf1f1df607fbac1a" providerId="LiveId" clId="{8A23C339-EF1C-4F94-8085-8ECCBA9E7EE0}" dt="2026-07-11T05:39:55.324" v="5"/>
        <pc:sldMkLst>
          <pc:docMk/>
          <pc:sldMk cId="3905268026" sldId="273"/>
        </pc:sldMkLst>
      </pc:sldChg>
      <pc:sldChg chg="del">
        <pc:chgData name="민민 성" userId="cf1f1df607fbac1a" providerId="LiveId" clId="{8A23C339-EF1C-4F94-8085-8ECCBA9E7EE0}" dt="2026-07-11T05:39:53.409" v="2" actId="47"/>
        <pc:sldMkLst>
          <pc:docMk/>
          <pc:sldMk cId="3268644569" sldId="274"/>
        </pc:sldMkLst>
      </pc:sldChg>
      <pc:sldChg chg="add">
        <pc:chgData name="민민 성" userId="cf1f1df607fbac1a" providerId="LiveId" clId="{8A23C339-EF1C-4F94-8085-8ECCBA9E7EE0}" dt="2026-07-11T05:39:55.502" v="6"/>
        <pc:sldMkLst>
          <pc:docMk/>
          <pc:sldMk cId="3869668911" sldId="274"/>
        </pc:sldMkLst>
      </pc:sldChg>
      <pc:sldChg chg="del">
        <pc:chgData name="민민 성" userId="cf1f1df607fbac1a" providerId="LiveId" clId="{8A23C339-EF1C-4F94-8085-8ECCBA9E7EE0}" dt="2026-07-11T05:39:53.409" v="2" actId="47"/>
        <pc:sldMkLst>
          <pc:docMk/>
          <pc:sldMk cId="549628975" sldId="275"/>
        </pc:sldMkLst>
      </pc:sldChg>
      <pc:sldChg chg="add">
        <pc:chgData name="민민 성" userId="cf1f1df607fbac1a" providerId="LiveId" clId="{8A23C339-EF1C-4F94-8085-8ECCBA9E7EE0}" dt="2026-07-11T05:39:55.690" v="7"/>
        <pc:sldMkLst>
          <pc:docMk/>
          <pc:sldMk cId="4143365377" sldId="275"/>
        </pc:sldMkLst>
      </pc:sldChg>
    </pc:docChg>
  </pc:docChgLst>
  <pc:docChgLst>
    <pc:chgData name="민민 성" userId="cf1f1df607fbac1a" providerId="LiveId" clId="{38FC32E1-DE3C-407A-8B0B-D658BD511513}"/>
    <pc:docChg chg="custSel addSld delSld modSld modMainMaster modNotesMaster">
      <pc:chgData name="민민 성" userId="cf1f1df607fbac1a" providerId="LiveId" clId="{38FC32E1-DE3C-407A-8B0B-D658BD511513}" dt="2026-07-11T05:58:24.916" v="7" actId="22"/>
      <pc:docMkLst>
        <pc:docMk/>
      </pc:docMkLst>
      <pc:sldChg chg="addSp delSp modSp mod modClrScheme chgLayout">
        <pc:chgData name="민민 성" userId="cf1f1df607fbac1a" providerId="LiveId" clId="{38FC32E1-DE3C-407A-8B0B-D658BD511513}" dt="2026-07-11T05:57:51.181" v="5" actId="22"/>
        <pc:sldMkLst>
          <pc:docMk/>
          <pc:sldMk cId="4063746640" sldId="270"/>
        </pc:sldMkLst>
        <pc:spChg chg="del mod">
          <ac:chgData name="민민 성" userId="cf1f1df607fbac1a" providerId="LiveId" clId="{38FC32E1-DE3C-407A-8B0B-D658BD511513}" dt="2026-07-11T05:57:29.568" v="3" actId="478"/>
          <ac:spMkLst>
            <pc:docMk/>
            <pc:sldMk cId="4063746640" sldId="270"/>
            <ac:spMk id="3" creationId="{1A26FCE8-5EF0-0DF6-F8B5-C649DC205363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k cId="4063746640" sldId="270"/>
            <ac:spMk id="4" creationId="{A9D039A7-DA18-313A-AF87-12621352F5CE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k cId="4063746640" sldId="270"/>
            <ac:spMk id="6" creationId="{DEEE7C7E-6934-B627-6EC0-48367D0769B1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k cId="4063746640" sldId="270"/>
            <ac:spMk id="13" creationId="{1386BAC4-C977-A7C2-6D4E-8D1313D44B3B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k cId="4063746640" sldId="270"/>
            <ac:spMk id="14" creationId="{925A8E91-1465-F155-CE7D-07F92B383DAE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k cId="4063746640" sldId="270"/>
            <ac:spMk id="15" creationId="{C1BBBB1F-2080-F657-B9D3-EDC41813B5EF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k cId="4063746640" sldId="270"/>
            <ac:spMk id="16" creationId="{C255AB45-9E19-5135-2840-6E83A0CEA2B5}"/>
          </ac:spMkLst>
        </pc:spChg>
        <pc:spChg chg="del mod">
          <ac:chgData name="민민 성" userId="cf1f1df607fbac1a" providerId="LiveId" clId="{38FC32E1-DE3C-407A-8B0B-D658BD511513}" dt="2026-07-11T05:57:29.568" v="3" actId="478"/>
          <ac:spMkLst>
            <pc:docMk/>
            <pc:sldMk cId="4063746640" sldId="270"/>
            <ac:spMk id="31" creationId="{8286C7F5-77BB-B584-5E2E-82705B55B19B}"/>
          </ac:spMkLst>
        </pc:spChg>
        <pc:grpChg chg="del mod">
          <ac:chgData name="민민 성" userId="cf1f1df607fbac1a" providerId="LiveId" clId="{38FC32E1-DE3C-407A-8B0B-D658BD511513}" dt="2026-07-11T05:57:29.568" v="3" actId="478"/>
          <ac:grpSpMkLst>
            <pc:docMk/>
            <pc:sldMk cId="4063746640" sldId="270"/>
            <ac:grpSpMk id="17" creationId="{1A49BD73-09B6-9576-4A99-AEFE0F7F42C3}"/>
          </ac:grpSpMkLst>
        </pc:grpChg>
        <pc:grpChg chg="del mod">
          <ac:chgData name="민민 성" userId="cf1f1df607fbac1a" providerId="LiveId" clId="{38FC32E1-DE3C-407A-8B0B-D658BD511513}" dt="2026-07-11T05:57:29.568" v="3" actId="478"/>
          <ac:grpSpMkLst>
            <pc:docMk/>
            <pc:sldMk cId="4063746640" sldId="270"/>
            <ac:grpSpMk id="18" creationId="{8C3E1EF8-8C3B-A192-11B5-BED425D3D79C}"/>
          </ac:grpSpMkLst>
        </pc:grpChg>
        <pc:picChg chg="mod">
          <ac:chgData name="민민 성" userId="cf1f1df607fbac1a" providerId="LiveId" clId="{38FC32E1-DE3C-407A-8B0B-D658BD511513}" dt="2026-07-11T05:57:06.883" v="2"/>
          <ac:picMkLst>
            <pc:docMk/>
            <pc:sldMk cId="4063746640" sldId="270"/>
            <ac:picMk id="5" creationId="{237758EC-8039-A3EA-24AD-2B5B0B1F60A1}"/>
          </ac:picMkLst>
        </pc:picChg>
        <pc:picChg chg="add">
          <ac:chgData name="민민 성" userId="cf1f1df607fbac1a" providerId="LiveId" clId="{38FC32E1-DE3C-407A-8B0B-D658BD511513}" dt="2026-07-11T05:57:51.181" v="5" actId="22"/>
          <ac:picMkLst>
            <pc:docMk/>
            <pc:sldMk cId="4063746640" sldId="270"/>
            <ac:picMk id="7" creationId="{D04911B2-2CB8-4ED8-9DFA-DB6BFAFA8FBE}"/>
          </ac:picMkLst>
        </pc:picChg>
        <pc:picChg chg="mod">
          <ac:chgData name="민민 성" userId="cf1f1df607fbac1a" providerId="LiveId" clId="{38FC32E1-DE3C-407A-8B0B-D658BD511513}" dt="2026-07-11T05:57:06.883" v="2"/>
          <ac:picMkLst>
            <pc:docMk/>
            <pc:sldMk cId="4063746640" sldId="270"/>
            <ac:picMk id="10" creationId="{22CDF7ED-65DD-B2AB-0D3A-2876557659C7}"/>
          </ac:picMkLst>
        </pc:picChg>
        <pc:picChg chg="mod">
          <ac:chgData name="민민 성" userId="cf1f1df607fbac1a" providerId="LiveId" clId="{38FC32E1-DE3C-407A-8B0B-D658BD511513}" dt="2026-07-11T05:57:06.883" v="2"/>
          <ac:picMkLst>
            <pc:docMk/>
            <pc:sldMk cId="4063746640" sldId="270"/>
            <ac:picMk id="30" creationId="{CACE4F19-6C03-B4A0-12DF-B80E74EF21DC}"/>
          </ac:picMkLst>
        </pc:picChg>
      </pc:sldChg>
      <pc:sldChg chg="del">
        <pc:chgData name="민민 성" userId="cf1f1df607fbac1a" providerId="LiveId" clId="{38FC32E1-DE3C-407A-8B0B-D658BD511513}" dt="2026-07-11T05:55:29.783" v="0" actId="47"/>
        <pc:sldMkLst>
          <pc:docMk/>
          <pc:sldMk cId="2870025244" sldId="271"/>
        </pc:sldMkLst>
      </pc:sldChg>
      <pc:sldChg chg="del">
        <pc:chgData name="민민 성" userId="cf1f1df607fbac1a" providerId="LiveId" clId="{38FC32E1-DE3C-407A-8B0B-D658BD511513}" dt="2026-07-11T05:55:29.783" v="0" actId="47"/>
        <pc:sldMkLst>
          <pc:docMk/>
          <pc:sldMk cId="885637962" sldId="272"/>
        </pc:sldMkLst>
      </pc:sldChg>
      <pc:sldChg chg="del">
        <pc:chgData name="민민 성" userId="cf1f1df607fbac1a" providerId="LiveId" clId="{38FC32E1-DE3C-407A-8B0B-D658BD511513}" dt="2026-07-11T05:55:29.783" v="0" actId="47"/>
        <pc:sldMkLst>
          <pc:docMk/>
          <pc:sldMk cId="3905268026" sldId="273"/>
        </pc:sldMkLst>
      </pc:sldChg>
      <pc:sldChg chg="del">
        <pc:chgData name="민민 성" userId="cf1f1df607fbac1a" providerId="LiveId" clId="{38FC32E1-DE3C-407A-8B0B-D658BD511513}" dt="2026-07-11T05:55:29.783" v="0" actId="47"/>
        <pc:sldMkLst>
          <pc:docMk/>
          <pc:sldMk cId="3869668911" sldId="274"/>
        </pc:sldMkLst>
      </pc:sldChg>
      <pc:sldChg chg="del">
        <pc:chgData name="민민 성" userId="cf1f1df607fbac1a" providerId="LiveId" clId="{38FC32E1-DE3C-407A-8B0B-D658BD511513}" dt="2026-07-11T05:55:29.783" v="0" actId="47"/>
        <pc:sldMkLst>
          <pc:docMk/>
          <pc:sldMk cId="4143365377" sldId="275"/>
        </pc:sldMkLst>
      </pc:sldChg>
      <pc:sldChg chg="addSp delSp modSp add mod">
        <pc:chgData name="민민 성" userId="cf1f1df607fbac1a" providerId="LiveId" clId="{38FC32E1-DE3C-407A-8B0B-D658BD511513}" dt="2026-07-11T05:58:24.916" v="7" actId="22"/>
        <pc:sldMkLst>
          <pc:docMk/>
          <pc:sldMk cId="2147805790" sldId="313"/>
        </pc:sldMkLst>
        <pc:spChg chg="del mod">
          <ac:chgData name="민민 성" userId="cf1f1df607fbac1a" providerId="LiveId" clId="{38FC32E1-DE3C-407A-8B0B-D658BD511513}" dt="2026-07-11T05:58:24.611" v="6" actId="478"/>
          <ac:spMkLst>
            <pc:docMk/>
            <pc:sldMk cId="2147805790" sldId="313"/>
            <ac:spMk id="5" creationId="{D380C6B7-6760-F865-BECF-4D4E1585194B}"/>
          </ac:spMkLst>
        </pc:spChg>
        <pc:spChg chg="del mod">
          <ac:chgData name="민민 성" userId="cf1f1df607fbac1a" providerId="LiveId" clId="{38FC32E1-DE3C-407A-8B0B-D658BD511513}" dt="2026-07-11T05:58:24.611" v="6" actId="478"/>
          <ac:spMkLst>
            <pc:docMk/>
            <pc:sldMk cId="2147805790" sldId="313"/>
            <ac:spMk id="7" creationId="{D28D80AE-03D3-F2B8-8A05-3F7A1BA6DCF9}"/>
          </ac:spMkLst>
        </pc:spChg>
        <pc:spChg chg="del mod">
          <ac:chgData name="민민 성" userId="cf1f1df607fbac1a" providerId="LiveId" clId="{38FC32E1-DE3C-407A-8B0B-D658BD511513}" dt="2026-07-11T05:58:24.611" v="6" actId="478"/>
          <ac:spMkLst>
            <pc:docMk/>
            <pc:sldMk cId="2147805790" sldId="313"/>
            <ac:spMk id="8" creationId="{52DDB2F9-FF05-08A5-57BD-1D2DD06502A8}"/>
          </ac:spMkLst>
        </pc:spChg>
        <pc:picChg chg="add">
          <ac:chgData name="민민 성" userId="cf1f1df607fbac1a" providerId="LiveId" clId="{38FC32E1-DE3C-407A-8B0B-D658BD511513}" dt="2026-07-11T05:58:24.916" v="7" actId="22"/>
          <ac:picMkLst>
            <pc:docMk/>
            <pc:sldMk cId="2147805790" sldId="313"/>
            <ac:picMk id="3" creationId="{AEF68520-DBCE-4B51-852F-BA08C5A528A4}"/>
          </ac:picMkLst>
        </pc:picChg>
        <pc:picChg chg="del mod">
          <ac:chgData name="민민 성" userId="cf1f1df607fbac1a" providerId="LiveId" clId="{38FC32E1-DE3C-407A-8B0B-D658BD511513}" dt="2026-07-11T05:58:24.611" v="6" actId="478"/>
          <ac:picMkLst>
            <pc:docMk/>
            <pc:sldMk cId="2147805790" sldId="313"/>
            <ac:picMk id="9" creationId="{FCD1B85C-B062-B8A7-819F-32DA94B53AA1}"/>
          </ac:picMkLst>
        </pc:picChg>
        <pc:picChg chg="del mod">
          <ac:chgData name="민민 성" userId="cf1f1df607fbac1a" providerId="LiveId" clId="{38FC32E1-DE3C-407A-8B0B-D658BD511513}" dt="2026-07-11T05:58:24.611" v="6" actId="478"/>
          <ac:picMkLst>
            <pc:docMk/>
            <pc:sldMk cId="2147805790" sldId="313"/>
            <ac:picMk id="11" creationId="{D353123D-53AF-85A4-0726-2067D1069614}"/>
          </ac:picMkLst>
        </pc:picChg>
      </pc:sldChg>
      <pc:sldMasterChg chg="modSp modSldLayout">
        <pc:chgData name="민민 성" userId="cf1f1df607fbac1a" providerId="LiveId" clId="{38FC32E1-DE3C-407A-8B0B-D658BD511513}" dt="2026-07-11T05:57:06.883" v="2"/>
        <pc:sldMasterMkLst>
          <pc:docMk/>
          <pc:sldMasterMk cId="2481041087" sldId="2147483883"/>
        </pc:sldMasterMkLst>
        <pc:spChg chg="mod">
          <ac:chgData name="민민 성" userId="cf1f1df607fbac1a" providerId="LiveId" clId="{38FC32E1-DE3C-407A-8B0B-D658BD511513}" dt="2026-07-11T05:57:06.883" v="2"/>
          <ac:spMkLst>
            <pc:docMk/>
            <pc:sldMasterMk cId="2481041087" sldId="2147483883"/>
            <ac:spMk id="2" creationId="{00000000-0000-0000-0000-000000000000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asterMk cId="2481041087" sldId="2147483883"/>
            <ac:spMk id="3" creationId="{00000000-0000-0000-0000-000000000000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asterMk cId="2481041087" sldId="2147483883"/>
            <ac:spMk id="4" creationId="{00000000-0000-0000-0000-000000000000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asterMk cId="2481041087" sldId="2147483883"/>
            <ac:spMk id="5" creationId="{00000000-0000-0000-0000-000000000000}"/>
          </ac:spMkLst>
        </pc:spChg>
        <pc:spChg chg="mod">
          <ac:chgData name="민민 성" userId="cf1f1df607fbac1a" providerId="LiveId" clId="{38FC32E1-DE3C-407A-8B0B-D658BD511513}" dt="2026-07-11T05:57:06.883" v="2"/>
          <ac:spMkLst>
            <pc:docMk/>
            <pc:sldMasterMk cId="2481041087" sldId="2147483883"/>
            <ac:spMk id="6" creationId="{00000000-0000-0000-0000-000000000000}"/>
          </ac:spMkLst>
        </pc:sp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45875085" sldId="2147483909"/>
            <pc:sldLayoutMk cId="501363078" sldId="2147483789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45875085" sldId="2147483909"/>
              <pc:sldLayoutMk cId="501363078" sldId="2147483789"/>
              <ac:spMk id="4" creationId="{BAD82B35-E786-6435-BBDD-C02B0C93E12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45875085" sldId="2147483909"/>
              <pc:sldLayoutMk cId="501363078" sldId="2147483789"/>
              <ac:spMk id="7" creationId="{3E62ED5C-FF61-A53B-4625-47CAC86DF448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45875085" sldId="2147483909"/>
              <pc:sldLayoutMk cId="501363078" sldId="2147483789"/>
              <ac:spMk id="8" creationId="{810793EE-E7D0-EF83-74D1-BEF25BB9304F}"/>
            </ac:spMkLst>
          </pc:spChg>
          <pc:picChg chg="mod">
            <ac:chgData name="민민 성" userId="cf1f1df607fbac1a" providerId="LiveId" clId="{38FC32E1-DE3C-407A-8B0B-D658BD511513}" dt="2026-07-11T05:57:06.883" v="2"/>
            <ac:picMkLst>
              <pc:docMk/>
              <pc:sldMasterMk cId="45875085" sldId="2147483909"/>
              <pc:sldLayoutMk cId="501363078" sldId="2147483789"/>
              <ac:picMk id="9" creationId="{5C76C7A1-71AE-1C7D-2C36-7DEA1D47FF0E}"/>
            </ac:picMkLst>
          </pc:pic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45875085" sldId="2147483909"/>
            <pc:sldLayoutMk cId="2737303501" sldId="2147483790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45875085" sldId="2147483909"/>
              <pc:sldLayoutMk cId="2737303501" sldId="2147483790"/>
              <ac:spMk id="2" creationId="{A3256578-F800-6850-5D6B-02ED7EBACB52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45875085" sldId="2147483909"/>
              <pc:sldLayoutMk cId="2737303501" sldId="2147483790"/>
              <ac:spMk id="7" creationId="{3E62ED5C-FF61-A53B-4625-47CAC86DF448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45875085" sldId="2147483909"/>
              <pc:sldLayoutMk cId="2737303501" sldId="2147483790"/>
              <ac:spMk id="8" creationId="{810793EE-E7D0-EF83-74D1-BEF25BB9304F}"/>
            </ac:spMkLst>
          </pc:spChg>
          <pc:picChg chg="mod">
            <ac:chgData name="민민 성" userId="cf1f1df607fbac1a" providerId="LiveId" clId="{38FC32E1-DE3C-407A-8B0B-D658BD511513}" dt="2026-07-11T05:57:06.883" v="2"/>
            <ac:picMkLst>
              <pc:docMk/>
              <pc:sldMasterMk cId="45875085" sldId="2147483909"/>
              <pc:sldLayoutMk cId="2737303501" sldId="2147483790"/>
              <ac:picMk id="9" creationId="{5C76C7A1-71AE-1C7D-2C36-7DEA1D47FF0E}"/>
            </ac:picMkLst>
          </pc:pic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3881911220" sldId="2147483884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881911220" sldId="2147483884"/>
              <ac:spMk id="2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881911220" sldId="2147483884"/>
              <ac:spMk id="3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1964110053" sldId="2147483886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1964110053" sldId="2147483886"/>
              <ac:spMk id="2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1964110053" sldId="2147483886"/>
              <ac:spMk id="3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3548339769" sldId="2147483887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548339769" sldId="2147483887"/>
              <ac:spMk id="3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548339769" sldId="2147483887"/>
              <ac:spMk id="4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3435853614" sldId="2147483888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35853614" sldId="2147483888"/>
              <ac:spMk id="2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35853614" sldId="2147483888"/>
              <ac:spMk id="3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35853614" sldId="2147483888"/>
              <ac:spMk id="4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35853614" sldId="2147483888"/>
              <ac:spMk id="5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35853614" sldId="2147483888"/>
              <ac:spMk id="6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3326254778" sldId="2147483891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326254778" sldId="2147483891"/>
              <ac:spMk id="2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326254778" sldId="2147483891"/>
              <ac:spMk id="3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326254778" sldId="2147483891"/>
              <ac:spMk id="4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1031906644" sldId="2147483892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1031906644" sldId="2147483892"/>
              <ac:spMk id="2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1031906644" sldId="2147483892"/>
              <ac:spMk id="3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1031906644" sldId="2147483892"/>
              <ac:spMk id="4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3150679966" sldId="2147483894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150679966" sldId="2147483894"/>
              <ac:spMk id="2" creationId="{00000000-0000-0000-0000-000000000000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150679966" sldId="2147483894"/>
              <ac:spMk id="3" creationId="{00000000-0000-0000-0000-000000000000}"/>
            </ac:spMkLst>
          </pc:spChg>
        </pc:sldLayoutChg>
        <pc:sldLayoutChg chg="modSp">
          <pc:chgData name="민민 성" userId="cf1f1df607fbac1a" providerId="LiveId" clId="{38FC32E1-DE3C-407A-8B0B-D658BD511513}" dt="2026-07-11T05:57:06.883" v="2"/>
          <pc:sldLayoutMkLst>
            <pc:docMk/>
            <pc:sldMasterMk cId="2481041087" sldId="2147483883"/>
            <pc:sldLayoutMk cId="3420207064" sldId="2147483895"/>
          </pc:sldLayoutMkLst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20207064" sldId="2147483895"/>
              <ac:spMk id="2" creationId="{4A304AE3-A7A5-53DE-4C22-7CB33DB4161D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20207064" sldId="2147483895"/>
              <ac:spMk id="7" creationId="{3E62ED5C-FF61-A53B-4625-47CAC86DF448}"/>
            </ac:spMkLst>
          </pc:spChg>
          <pc:spChg chg="mod">
            <ac:chgData name="민민 성" userId="cf1f1df607fbac1a" providerId="LiveId" clId="{38FC32E1-DE3C-407A-8B0B-D658BD511513}" dt="2026-07-11T05:57:06.883" v="2"/>
            <ac:spMkLst>
              <pc:docMk/>
              <pc:sldMasterMk cId="2481041087" sldId="2147483883"/>
              <pc:sldLayoutMk cId="3420207064" sldId="2147483895"/>
              <ac:spMk id="8" creationId="{810793EE-E7D0-EF83-74D1-BEF25BB9304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41425"/>
            <a:ext cx="48514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1pPr>
    <a:lvl2pPr marL="280665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2pPr>
    <a:lvl3pPr marL="561326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3pPr>
    <a:lvl4pPr marL="841990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4pPr>
    <a:lvl5pPr marL="1122652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5pPr>
    <a:lvl6pPr marL="1403316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6pPr>
    <a:lvl7pPr marL="1683978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7pPr>
    <a:lvl8pPr marL="1964642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8pPr>
    <a:lvl9pPr marL="2245307" algn="l" defTabSz="561326" rtl="0" eaLnBrk="1" latinLnBrk="1" hangingPunct="1">
      <a:defRPr sz="7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36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38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5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6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8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87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88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2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96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000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6"/>
            <a:ext cx="992663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91442" y="116132"/>
            <a:ext cx="9729219" cy="65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04AE3-A7A5-53DE-4C22-7CB33DB4161D}"/>
              </a:ext>
            </a:extLst>
          </p:cNvPr>
          <p:cNvSpPr txBox="1"/>
          <p:nvPr userDrawn="1"/>
        </p:nvSpPr>
        <p:spPr>
          <a:xfrm>
            <a:off x="9080066" y="5793461"/>
            <a:ext cx="734496" cy="199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699" b="1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799" b="1" dirty="0"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523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6"/>
            <a:ext cx="9926639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39041" y="66644"/>
            <a:ext cx="9643140" cy="6721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50700" y="111371"/>
            <a:ext cx="992064" cy="28803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9379547" y="6426372"/>
            <a:ext cx="26321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3" y="6"/>
            <a:ext cx="9926639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39041" y="66644"/>
            <a:ext cx="9643140" cy="6721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5881" y="111371"/>
            <a:ext cx="992064" cy="28803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9352300" y="6503691"/>
            <a:ext cx="29046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6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7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790" r:id="rId13"/>
    <p:sldLayoutId id="2147483789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A5B3-163B-6F07-10F6-516CFF52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4911B2-2CB8-4ED8-9DFA-DB6BFAFA8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807"/>
            <a:ext cx="9906000" cy="556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4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86D4-BAF5-DEE8-7F99-1274EA61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F68520-DBCE-4B51-852F-BA08C5A52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937"/>
            <a:ext cx="99060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0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3458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 Light</vt:lpstr>
      <vt:lpstr>Calibri</vt:lpstr>
      <vt:lpstr>KoPub돋움체 Bold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민민 성</cp:lastModifiedBy>
  <cp:revision>2295</cp:revision>
  <cp:lastPrinted>2026-07-11T05:58:40Z</cp:lastPrinted>
  <dcterms:created xsi:type="dcterms:W3CDTF">2025-05-04T13:56:03Z</dcterms:created>
  <dcterms:modified xsi:type="dcterms:W3CDTF">2026-07-11T05:59:07Z</dcterms:modified>
</cp:coreProperties>
</file>