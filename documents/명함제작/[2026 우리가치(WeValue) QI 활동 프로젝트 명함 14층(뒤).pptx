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305" r:id="rId2"/>
    <p:sldId id="306" r:id="rId3"/>
    <p:sldId id="307" r:id="rId4"/>
    <p:sldId id="308" r:id="rId5"/>
    <p:sldId id="309" r:id="rId6"/>
    <p:sldId id="310" r:id="rId7"/>
  </p:sldIdLst>
  <p:sldSz cx="9144000" cy="5143500" type="screen16x9"/>
  <p:notesSz cx="9945688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1620" userDrawn="1">
          <p15:clr>
            <a:srgbClr val="A4A3A4"/>
          </p15:clr>
        </p15:guide>
        <p15:guide id="6" orient="horz" pos="574" userDrawn="1">
          <p15:clr>
            <a:srgbClr val="A4A3A4"/>
          </p15:clr>
        </p15:guide>
        <p15:guide id="7" orient="horz" pos="2977" userDrawn="1">
          <p15:clr>
            <a:srgbClr val="A4A3A4"/>
          </p15:clr>
        </p15:guide>
        <p15:guide id="8" pos="2881" userDrawn="1">
          <p15:clr>
            <a:srgbClr val="A4A3A4"/>
          </p15:clr>
        </p15:guide>
        <p15:guide id="9" pos="373" userDrawn="1">
          <p15:clr>
            <a:srgbClr val="A4A3A4"/>
          </p15:clr>
        </p15:guide>
        <p15:guide id="10" pos="53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73" autoAdjust="0"/>
    <p:restoredTop sz="97430" autoAdjust="0"/>
  </p:normalViewPr>
  <p:slideViewPr>
    <p:cSldViewPr snapToGrid="0">
      <p:cViewPr varScale="1">
        <p:scale>
          <a:sx n="204" d="100"/>
          <a:sy n="204" d="100"/>
        </p:scale>
        <p:origin x="1014" y="180"/>
      </p:cViewPr>
      <p:guideLst>
        <p:guide orient="horz" pos="1620"/>
        <p:guide orient="horz" pos="574"/>
        <p:guide orient="horz" pos="2977"/>
        <p:guide pos="2881"/>
        <p:guide pos="373"/>
        <p:guide pos="53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3596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55663"/>
            <a:ext cx="4116388" cy="2316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4569" y="3300378"/>
            <a:ext cx="7956550" cy="2700509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4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3596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1pPr>
    <a:lvl2pPr marL="237208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2pPr>
    <a:lvl3pPr marL="474416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3pPr>
    <a:lvl4pPr marL="711626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4pPr>
    <a:lvl5pPr marL="948834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5pPr>
    <a:lvl6pPr marL="1186042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6pPr>
    <a:lvl7pPr marL="1423247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7pPr>
    <a:lvl8pPr marL="1660460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8pPr>
    <a:lvl9pPr marL="1897668" algn="l" defTabSz="474416" rtl="0" eaLnBrk="1" latinLnBrk="1" hangingPunct="1">
      <a:defRPr sz="62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582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745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795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8540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0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326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411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852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95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794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583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7" y="4"/>
            <a:ext cx="9163052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84412" y="87099"/>
            <a:ext cx="8980815" cy="4938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76114" y="233109"/>
            <a:ext cx="1024896" cy="5801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5921636" y="4485449"/>
            <a:ext cx="3222368" cy="309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11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1693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309852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7" y="4"/>
            <a:ext cx="9163052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128347" y="49983"/>
            <a:ext cx="8901360" cy="50414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85258" y="83528"/>
            <a:ext cx="915752" cy="21602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8458260" y="4819777"/>
            <a:ext cx="442750" cy="179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2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282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282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7" y="4"/>
            <a:ext cx="9163052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128347" y="49983"/>
            <a:ext cx="8901360" cy="50414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80811" y="83528"/>
            <a:ext cx="915752" cy="21602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8382919" y="4877770"/>
            <a:ext cx="518091" cy="135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2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282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282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1" userDrawn="1">
          <p15:clr>
            <a:srgbClr val="FBAE40"/>
          </p15:clr>
        </p15:guide>
        <p15:guide id="3" orient="horz" pos="1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278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1216328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329225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3706853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397661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1610996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590790" y="807444"/>
            <a:ext cx="2561688" cy="54882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3204625" y="807444"/>
            <a:ext cx="5347237" cy="54882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5281613" y="2565733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5067299" y="2388822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3204625" y="2394111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3415500" y="2675202"/>
            <a:ext cx="139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16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101771" y="184601"/>
            <a:ext cx="3476336" cy="309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592138" y="1396134"/>
            <a:ext cx="2585305" cy="2814796"/>
            <a:chOff x="592138" y="1592949"/>
            <a:chExt cx="2585305" cy="2814796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5080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26161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1600" dirty="0"/>
                <a:t>항암 관리</a:t>
              </a: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16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160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589442" y="881803"/>
            <a:ext cx="2564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5281613" y="1573045"/>
            <a:ext cx="2843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5067299" y="1396134"/>
            <a:ext cx="3484563" cy="959835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3204625" y="1401423"/>
            <a:ext cx="1811875" cy="954545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3573396" y="1682514"/>
            <a:ext cx="10743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4362454" y="860517"/>
            <a:ext cx="27622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5281613" y="3503834"/>
            <a:ext cx="3119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16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5067299" y="3376222"/>
            <a:ext cx="3484563" cy="829420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3204625" y="3381511"/>
            <a:ext cx="1811875" cy="829420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3660760" y="3626944"/>
            <a:ext cx="899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1847923" y="4282983"/>
            <a:ext cx="542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240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1312225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3433</TotalTime>
  <Words>720</Words>
  <Application>Microsoft Office PowerPoint</Application>
  <PresentationFormat>화면 슬라이드 쇼(16:9)</PresentationFormat>
  <Paragraphs>120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rahee</cp:lastModifiedBy>
  <cp:revision>2401</cp:revision>
  <cp:lastPrinted>2026-03-02T14:34:21Z</cp:lastPrinted>
  <dcterms:created xsi:type="dcterms:W3CDTF">2025-05-04T13:56:03Z</dcterms:created>
  <dcterms:modified xsi:type="dcterms:W3CDTF">2026-03-10T15:39:29Z</dcterms:modified>
</cp:coreProperties>
</file>