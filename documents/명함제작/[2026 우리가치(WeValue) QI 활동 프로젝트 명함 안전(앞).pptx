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83" r:id="rId1"/>
  </p:sldMasterIdLst>
  <p:notesMasterIdLst>
    <p:notesMasterId r:id="rId8"/>
  </p:notesMasterIdLst>
  <p:sldIdLst>
    <p:sldId id="270" r:id="rId2"/>
    <p:sldId id="271" r:id="rId3"/>
    <p:sldId id="272" r:id="rId4"/>
    <p:sldId id="273" r:id="rId5"/>
    <p:sldId id="274" r:id="rId6"/>
    <p:sldId id="275" r:id="rId7"/>
  </p:sldIdLst>
  <p:sldSz cx="3203575" cy="1800225"/>
  <p:notesSz cx="6858000" cy="9945688"/>
  <p:embeddedFontLst>
    <p:embeddedFont>
      <p:font typeface="Franklin Gothic Heavy" panose="020B0903020102020204" pitchFamily="34" charset="0"/>
      <p:regular r:id="rId9"/>
      <p:italic r:id="rId10"/>
    </p:embeddedFont>
    <p:embeddedFont>
      <p:font typeface="KoPub돋움체 Bold" panose="02020603020101020101" pitchFamily="18" charset="-127"/>
      <p:regular r:id="rId11"/>
    </p:embeddedFont>
    <p:embeddedFont>
      <p:font typeface="Noto Sans KR Black" panose="020B0200000000000000" pitchFamily="50" charset="-127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567" userDrawn="1">
          <p15:clr>
            <a:srgbClr val="A4A3A4"/>
          </p15:clr>
        </p15:guide>
        <p15:guide id="6" orient="horz" pos="201" userDrawn="1">
          <p15:clr>
            <a:srgbClr val="A4A3A4"/>
          </p15:clr>
        </p15:guide>
        <p15:guide id="7" orient="horz" pos="1042" userDrawn="1">
          <p15:clr>
            <a:srgbClr val="A4A3A4"/>
          </p15:clr>
        </p15:guide>
        <p15:guide id="8" pos="1009" userDrawn="1">
          <p15:clr>
            <a:srgbClr val="A4A3A4"/>
          </p15:clr>
        </p15:guide>
        <p15:guide id="9" pos="131" userDrawn="1">
          <p15:clr>
            <a:srgbClr val="A4A3A4"/>
          </p15:clr>
        </p15:guide>
        <p15:guide id="10" pos="1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2CFF1"/>
    <a:srgbClr val="CC00FF"/>
    <a:srgbClr val="006E99"/>
    <a:srgbClr val="009BD6"/>
    <a:srgbClr val="1E5691"/>
    <a:srgbClr val="DDF6FF"/>
    <a:srgbClr val="F58400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69" autoAdjust="0"/>
    <p:restoredTop sz="97430" autoAdjust="0"/>
  </p:normalViewPr>
  <p:slideViewPr>
    <p:cSldViewPr snapToGrid="0">
      <p:cViewPr varScale="1">
        <p:scale>
          <a:sx n="196" d="100"/>
          <a:sy n="196" d="100"/>
        </p:scale>
        <p:origin x="1338" y="144"/>
      </p:cViewPr>
      <p:guideLst>
        <p:guide orient="horz" pos="567"/>
        <p:guide orient="horz" pos="201"/>
        <p:guide orient="horz" pos="1042"/>
        <p:guide pos="1009"/>
        <p:guide pos="131"/>
        <p:guide pos="188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41325" y="1241425"/>
            <a:ext cx="597535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2"/>
            <a:ext cx="5486400" cy="3916363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1pPr>
    <a:lvl2pPr marL="8372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2pPr>
    <a:lvl3pPr marL="16744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3pPr>
    <a:lvl4pPr marL="25116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4pPr>
    <a:lvl5pPr marL="33489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5pPr>
    <a:lvl6pPr marL="41861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6pPr>
    <a:lvl7pPr marL="50233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7pPr>
    <a:lvl8pPr marL="58605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8pPr>
    <a:lvl9pPr marL="669781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447" y="294620"/>
            <a:ext cx="2402681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447" y="945535"/>
            <a:ext cx="2402681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911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55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77" y="448807"/>
            <a:ext cx="2763083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577" y="1204734"/>
            <a:ext cx="2763083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11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246" y="479227"/>
            <a:ext cx="1361519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1810" y="479227"/>
            <a:ext cx="1361519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33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95846"/>
            <a:ext cx="2763083" cy="3479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663" y="441305"/>
            <a:ext cx="1355262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663" y="657582"/>
            <a:ext cx="1355262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1810" y="441305"/>
            <a:ext cx="1361937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1810" y="657582"/>
            <a:ext cx="1361937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85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41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941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120015"/>
            <a:ext cx="1033236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1937" y="259199"/>
            <a:ext cx="1621810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663" y="540067"/>
            <a:ext cx="1033236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25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120015"/>
            <a:ext cx="1033236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1937" y="259199"/>
            <a:ext cx="1621810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663" y="540067"/>
            <a:ext cx="1033236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90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4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2558" y="95846"/>
            <a:ext cx="690771" cy="152560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246" y="95846"/>
            <a:ext cx="2032268" cy="15256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679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1" y="1"/>
            <a:ext cx="3210250" cy="1800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29572" y="30483"/>
            <a:ext cx="3146404" cy="1728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304AE3-A7A5-53DE-4C22-7CB33DB4161D}"/>
              </a:ext>
            </a:extLst>
          </p:cNvPr>
          <p:cNvSpPr txBox="1"/>
          <p:nvPr userDrawn="1"/>
        </p:nvSpPr>
        <p:spPr>
          <a:xfrm>
            <a:off x="2439508" y="1520782"/>
            <a:ext cx="7344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700" b="1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800" b="1" dirty="0"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0207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>
          <p15:clr>
            <a:srgbClr val="FBAE40"/>
          </p15:clr>
        </p15:guide>
        <p15:guide id="2" pos="100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1" y="1"/>
            <a:ext cx="3210250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65" y="17494"/>
            <a:ext cx="3118567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7613" y="29235"/>
            <a:ext cx="320831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2855230" y="1686921"/>
            <a:ext cx="263214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1" y="1"/>
            <a:ext cx="3210250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65" y="17494"/>
            <a:ext cx="3118567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6055" y="29235"/>
            <a:ext cx="320831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2827979" y="1707219"/>
            <a:ext cx="290465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9" userDrawn="1">
          <p15:clr>
            <a:srgbClr val="FBAE40"/>
          </p15:clr>
        </p15:guide>
        <p15:guide id="3" orient="horz" pos="6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246" y="95846"/>
            <a:ext cx="2763083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246" y="479227"/>
            <a:ext cx="2763083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246" y="1668542"/>
            <a:ext cx="720804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1184" y="1668542"/>
            <a:ext cx="1081207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2525" y="1668542"/>
            <a:ext cx="720804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0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790" r:id="rId13"/>
    <p:sldLayoutId id="2147483789" r:id="rId14"/>
  </p:sldLayoutIdLst>
  <p:txStyles>
    <p:titleStyle>
      <a:lvl1pPr algn="l" defTabSz="240030" rtl="0" eaLnBrk="1" latinLnBrk="1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67" userDrawn="1">
          <p15:clr>
            <a:srgbClr val="F26B43"/>
          </p15:clr>
        </p15:guide>
        <p15:guide id="2" pos="100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A5B3-163B-6F07-10F6-516CFF52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26FCE8-5EF0-0DF6-F8B5-C649DC205363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A49BD73-09B6-9576-4A99-AEFE0F7F42C3}"/>
              </a:ext>
            </a:extLst>
          </p:cNvPr>
          <p:cNvGrpSpPr/>
          <p:nvPr/>
        </p:nvGrpSpPr>
        <p:grpSpPr>
          <a:xfrm>
            <a:off x="2084345" y="565642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37758EC-8039-A3EA-24AD-2B5B0B1F6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1386BAC4-C977-A7C2-6D4E-8D1313D44B3B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925A8E91-1465-F155-CE7D-07F92B383DAE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C1BBBB1F-2080-F657-B9D3-EDC41813B5EF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C255AB45-9E19-5135-2840-6E83A0CEA2B5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C3E1EF8-8C3B-A192-11B5-BED425D3D79C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9D039A7-DA18-313A-AF87-12621352F5CE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EE7C7E-6934-B627-6EC0-48367D0769B1}"/>
                </a:ext>
              </a:extLst>
            </p:cNvPr>
            <p:cNvSpPr txBox="1"/>
            <p:nvPr/>
          </p:nvSpPr>
          <p:spPr>
            <a:xfrm>
              <a:off x="707551" y="451833"/>
              <a:ext cx="156004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안전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&amp; 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보안 수칙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단계별 대응 지침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2CDF7ED-65DD-B2AB-0D3A-287655765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ACE4F19-6C03-B4A0-12DF-B80E74EF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286C7F5-77BB-B584-5E2E-82705B55B19B}"/>
              </a:ext>
            </a:extLst>
          </p:cNvPr>
          <p:cNvSpPr txBox="1"/>
          <p:nvPr/>
        </p:nvSpPr>
        <p:spPr>
          <a:xfrm>
            <a:off x="82843" y="781989"/>
            <a:ext cx="1447832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단계별 대응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응급 상황 최우선 원칙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정보 보안 엄수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오발송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즉시 정정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인사 변동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자발적 퇴장 의무</a:t>
            </a:r>
          </a:p>
        </p:txBody>
      </p:sp>
    </p:spTree>
    <p:extLst>
      <p:ext uri="{BB962C8B-B14F-4D97-AF65-F5344CB8AC3E}">
        <p14:creationId xmlns:p14="http://schemas.microsoft.com/office/powerpoint/2010/main" val="406374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3281-D1AF-88A2-7AD2-3F9AC79E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F320D4-C3D3-CF4E-9B31-988AACAFA967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DB28B01-22A3-EC44-10EA-5562437CF794}"/>
              </a:ext>
            </a:extLst>
          </p:cNvPr>
          <p:cNvGrpSpPr/>
          <p:nvPr/>
        </p:nvGrpSpPr>
        <p:grpSpPr>
          <a:xfrm>
            <a:off x="2084345" y="565642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89CF939-7A69-771D-0C78-D6B27E012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972EC721-E948-A66B-D967-2DFCAC139A30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227E7499-BEB7-2F66-3238-C5D6E509A469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A0E90325-8E0D-C861-6869-CA65EEE23FF0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4E73C4D0-6F4A-8689-9678-A6C665CECF2B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CA760D2-5536-A78C-15D0-09E625C02565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5C30504-281F-53D8-6155-5410FD38A203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C38E59-BDA1-C458-C7E4-A47F1762FA0B}"/>
                </a:ext>
              </a:extLst>
            </p:cNvPr>
            <p:cNvSpPr txBox="1"/>
            <p:nvPr/>
          </p:nvSpPr>
          <p:spPr>
            <a:xfrm>
              <a:off x="707551" y="451833"/>
              <a:ext cx="156004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안전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&amp; 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보안 수칙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단계별 대응 지침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07A071A-9712-584B-9085-340F38161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D2C83058-06F2-70A5-5056-62176A13D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7C7DDF1-C1D5-287A-2C6E-B7E9EF0275C1}"/>
              </a:ext>
            </a:extLst>
          </p:cNvPr>
          <p:cNvSpPr txBox="1"/>
          <p:nvPr/>
        </p:nvSpPr>
        <p:spPr>
          <a:xfrm>
            <a:off x="82843" y="781989"/>
            <a:ext cx="1447832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단계별 대응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응급 상황 최우선 원칙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정보 보안 엄수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오발송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즉시 정정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인사 변동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자발적 퇴장 의무</a:t>
            </a:r>
          </a:p>
        </p:txBody>
      </p:sp>
    </p:spTree>
    <p:extLst>
      <p:ext uri="{BB962C8B-B14F-4D97-AF65-F5344CB8AC3E}">
        <p14:creationId xmlns:p14="http://schemas.microsoft.com/office/powerpoint/2010/main" val="3736335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4CD4-7246-4C23-6795-FD8E78FB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649026-E163-C14A-877C-19493964D14D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C67092E-E8A7-BD92-B2F3-E1583E8A928A}"/>
              </a:ext>
            </a:extLst>
          </p:cNvPr>
          <p:cNvGrpSpPr/>
          <p:nvPr/>
        </p:nvGrpSpPr>
        <p:grpSpPr>
          <a:xfrm>
            <a:off x="2084345" y="565642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3CAE2E9-90A9-2441-B4B1-F2E219C9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5DE36BC3-4999-7734-D275-2A433B16A6C2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E099E31A-95AF-6A59-31B2-EEF44C248519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D612ABC5-D456-199A-02FF-947E79BAA3F0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AF52846D-DC78-1A62-662C-935C946861A0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C1652D5-F112-0E37-0BF6-B51AFCC3F4CA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C9709A-0EB0-3725-7BD2-0E28AC0C2FD0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19C61C-2879-CFA6-43EE-578014274596}"/>
                </a:ext>
              </a:extLst>
            </p:cNvPr>
            <p:cNvSpPr txBox="1"/>
            <p:nvPr/>
          </p:nvSpPr>
          <p:spPr>
            <a:xfrm>
              <a:off x="707551" y="451833"/>
              <a:ext cx="156004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안전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&amp; 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보안 수칙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단계별 대응 지침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276CEF3-9C84-8B1C-2EA0-BE39CD472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D6BF2B5A-A1C3-46FB-B404-B21F82735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629F420-54CA-3B43-B5A3-DF5FD68CBF98}"/>
              </a:ext>
            </a:extLst>
          </p:cNvPr>
          <p:cNvSpPr txBox="1"/>
          <p:nvPr/>
        </p:nvSpPr>
        <p:spPr>
          <a:xfrm>
            <a:off x="82843" y="781989"/>
            <a:ext cx="1447832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단계별 대응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응급 상황 최우선 원칙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정보 보안 엄수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오발송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즉시 정정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인사 변동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자발적 퇴장 의무</a:t>
            </a:r>
          </a:p>
        </p:txBody>
      </p:sp>
    </p:spTree>
    <p:extLst>
      <p:ext uri="{BB962C8B-B14F-4D97-AF65-F5344CB8AC3E}">
        <p14:creationId xmlns:p14="http://schemas.microsoft.com/office/powerpoint/2010/main" val="271382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2ABA-B741-E88F-739F-E7641B96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28FD2B-5D32-048C-9A1D-6167B9CF1CF6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8983051-A898-0A18-48D8-A24FBDCD2996}"/>
              </a:ext>
            </a:extLst>
          </p:cNvPr>
          <p:cNvGrpSpPr/>
          <p:nvPr/>
        </p:nvGrpSpPr>
        <p:grpSpPr>
          <a:xfrm>
            <a:off x="2084345" y="565642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3F803B7-B54C-5D9C-744B-C915B1C6F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F07E9B38-05BE-85CF-6C29-5090BE5AD662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0DFF8E9B-3D61-FED7-BF9C-7A8677716E1F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07EB209E-901C-79BC-BBC9-E8F12A8D3AC0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AD4FA798-E93A-FB2F-C938-CF7F1FB88966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9220723-A3D0-08B8-D949-61075A4C3BF9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AD66B70-F3DA-66DE-D311-47E303C2BF89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E75E8D-87AA-737F-58D5-A903BB69C37E}"/>
                </a:ext>
              </a:extLst>
            </p:cNvPr>
            <p:cNvSpPr txBox="1"/>
            <p:nvPr/>
          </p:nvSpPr>
          <p:spPr>
            <a:xfrm>
              <a:off x="707551" y="451833"/>
              <a:ext cx="156004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안전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&amp; 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보안 수칙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단계별 대응 지침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46239FF-3F64-A3E6-BAD6-D37D2D4C0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204F605-59FD-53C5-B03C-BAD2AB9A5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8F8C5A-587A-AA67-B384-FD8CEA513F0C}"/>
              </a:ext>
            </a:extLst>
          </p:cNvPr>
          <p:cNvSpPr txBox="1"/>
          <p:nvPr/>
        </p:nvSpPr>
        <p:spPr>
          <a:xfrm>
            <a:off x="82843" y="781989"/>
            <a:ext cx="1447832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단계별 대응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응급 상황 최우선 원칙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정보 보안 엄수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오발송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즉시 정정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인사 변동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자발적 퇴장 의무</a:t>
            </a:r>
          </a:p>
        </p:txBody>
      </p:sp>
    </p:spTree>
    <p:extLst>
      <p:ext uri="{BB962C8B-B14F-4D97-AF65-F5344CB8AC3E}">
        <p14:creationId xmlns:p14="http://schemas.microsoft.com/office/powerpoint/2010/main" val="3517838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7E0E-CB02-718F-645C-EA618BA80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C3105-7065-E458-DCA2-0DB48B6DF71D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D091463-A994-F1BA-7644-10CECFEBF5EE}"/>
              </a:ext>
            </a:extLst>
          </p:cNvPr>
          <p:cNvGrpSpPr/>
          <p:nvPr/>
        </p:nvGrpSpPr>
        <p:grpSpPr>
          <a:xfrm>
            <a:off x="2084345" y="565642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00D30D9-20A1-81B2-CF35-BDFE57E4D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58D24883-D45B-3E8C-E40F-EAAA36546617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5D1FBB1C-8FD5-93E4-000D-3DFC13C3DD46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F37A5C03-52E9-7C5D-3633-E776A15E1F1E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D61B69AC-9FA9-D662-3919-5081239E3CBB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4F2E5B9-5F2B-9A09-4024-033EE91DE3AA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13EBA58-1B8C-FC49-3292-63EABAC34FD2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6F5214-5F26-1748-A873-A6286AA30B02}"/>
                </a:ext>
              </a:extLst>
            </p:cNvPr>
            <p:cNvSpPr txBox="1"/>
            <p:nvPr/>
          </p:nvSpPr>
          <p:spPr>
            <a:xfrm>
              <a:off x="707551" y="451833"/>
              <a:ext cx="156004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안전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&amp; 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보안 수칙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단계별 대응 지침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A61C992-7BA8-4DCC-C879-11B42D737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DC6DDF2B-9BC9-2D4F-5427-470ECDFB5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5A2E1BA-A1F7-6F9E-E613-E5D4392D78EB}"/>
              </a:ext>
            </a:extLst>
          </p:cNvPr>
          <p:cNvSpPr txBox="1"/>
          <p:nvPr/>
        </p:nvSpPr>
        <p:spPr>
          <a:xfrm>
            <a:off x="82843" y="781989"/>
            <a:ext cx="1447832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단계별 대응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응급 상황 최우선 원칙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정보 보안 엄수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오발송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즉시 정정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인사 변동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자발적 퇴장 의무</a:t>
            </a:r>
          </a:p>
        </p:txBody>
      </p:sp>
    </p:spTree>
    <p:extLst>
      <p:ext uri="{BB962C8B-B14F-4D97-AF65-F5344CB8AC3E}">
        <p14:creationId xmlns:p14="http://schemas.microsoft.com/office/powerpoint/2010/main" val="175460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C96FA-C9E5-3D68-27CC-DDF98F81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543AC0-06D9-1A49-B752-C31A66B61CB7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8A8E67-AC27-0D2A-595A-14C2BAA10528}"/>
              </a:ext>
            </a:extLst>
          </p:cNvPr>
          <p:cNvGrpSpPr/>
          <p:nvPr/>
        </p:nvGrpSpPr>
        <p:grpSpPr>
          <a:xfrm>
            <a:off x="2084345" y="565642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F091283-4383-DF32-ED37-DB41B3EDD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CEDEE127-7041-D877-8A77-9990B6AFA0C2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0F92C149-3FCA-5364-6299-49A84D45CFAD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B76C559C-3BA7-ECF8-5D1E-AFE3A56B9962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B0BFE107-4A43-8B6D-1EF0-872DCB181306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52BD088-E250-9F2A-7522-0B08E67CFA55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0237BF-4F8C-9979-9829-619818C2084C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176315-E359-4AFC-1E86-3486501B1C60}"/>
                </a:ext>
              </a:extLst>
            </p:cNvPr>
            <p:cNvSpPr txBox="1"/>
            <p:nvPr/>
          </p:nvSpPr>
          <p:spPr>
            <a:xfrm>
              <a:off x="707551" y="451833"/>
              <a:ext cx="156004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안전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&amp; 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보안 수칙 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단계별 대응 지침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4B4322C-EBE1-4DB6-8BF1-943AD54AE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DEA8051C-B800-8DB5-A1E9-129545FDD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4E6757E-4822-318D-6D0E-AB586F5EAFDB}"/>
              </a:ext>
            </a:extLst>
          </p:cNvPr>
          <p:cNvSpPr txBox="1"/>
          <p:nvPr/>
        </p:nvSpPr>
        <p:spPr>
          <a:xfrm>
            <a:off x="82843" y="781989"/>
            <a:ext cx="1447832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단계별 대응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응급 상황 최우선 원칙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정보 보안 엄수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오발송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즉시 정정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인사 변동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자발적 퇴장 의무</a:t>
            </a:r>
          </a:p>
        </p:txBody>
      </p:sp>
    </p:spTree>
    <p:extLst>
      <p:ext uri="{BB962C8B-B14F-4D97-AF65-F5344CB8AC3E}">
        <p14:creationId xmlns:p14="http://schemas.microsoft.com/office/powerpoint/2010/main" val="3514065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3456</TotalTime>
  <Words>228</Words>
  <Application>Microsoft Office PowerPoint</Application>
  <PresentationFormat>사용자 지정</PresentationFormat>
  <Paragraphs>48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Arial</vt:lpstr>
      <vt:lpstr>Noto Sans KR Black</vt:lpstr>
      <vt:lpstr>Calibri Light</vt:lpstr>
      <vt:lpstr>맑은 고딕</vt:lpstr>
      <vt:lpstr>KoPub돋움체 Bold</vt:lpstr>
      <vt:lpstr>Franklin Gothic Heavy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라희 임</cp:lastModifiedBy>
  <cp:revision>2296</cp:revision>
  <cp:lastPrinted>2026-05-14T09:58:40Z</cp:lastPrinted>
  <dcterms:created xsi:type="dcterms:W3CDTF">2025-05-04T13:56:03Z</dcterms:created>
  <dcterms:modified xsi:type="dcterms:W3CDTF">2026-07-09T18:01:28Z</dcterms:modified>
</cp:coreProperties>
</file>