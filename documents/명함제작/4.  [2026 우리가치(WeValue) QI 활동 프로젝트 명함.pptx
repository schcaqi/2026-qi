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13"/>
  </p:notesMasterIdLst>
  <p:sldIdLst>
    <p:sldId id="265" r:id="rId2"/>
    <p:sldId id="308" r:id="rId3"/>
    <p:sldId id="307" r:id="rId4"/>
    <p:sldId id="262" r:id="rId5"/>
    <p:sldId id="300" r:id="rId6"/>
    <p:sldId id="306" r:id="rId7"/>
    <p:sldId id="305" r:id="rId8"/>
    <p:sldId id="270" r:id="rId9"/>
    <p:sldId id="309" r:id="rId10"/>
    <p:sldId id="310" r:id="rId11"/>
    <p:sldId id="313" r:id="rId12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343" d="100"/>
          <a:sy n="343" d="100"/>
        </p:scale>
        <p:origin x="1578" y="252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민 성" userId="cf1f1df607fbac1a" providerId="LiveId" clId="{A06AD6E8-8300-471B-A0FD-B249065C404C}"/>
    <pc:docChg chg="addSld modSld">
      <pc:chgData name="민민 성" userId="cf1f1df607fbac1a" providerId="LiveId" clId="{A06AD6E8-8300-471B-A0FD-B249065C404C}" dt="2026-07-11T05:49:34.768" v="3"/>
      <pc:docMkLst>
        <pc:docMk/>
      </pc:docMkLst>
      <pc:sldChg chg="add">
        <pc:chgData name="민민 성" userId="cf1f1df607fbac1a" providerId="LiveId" clId="{A06AD6E8-8300-471B-A0FD-B249065C404C}" dt="2026-07-11T05:49:00.696" v="0"/>
        <pc:sldMkLst>
          <pc:docMk/>
          <pc:sldMk cId="4063746640" sldId="270"/>
        </pc:sldMkLst>
      </pc:sldChg>
      <pc:sldChg chg="add">
        <pc:chgData name="민민 성" userId="cf1f1df607fbac1a" providerId="LiveId" clId="{A06AD6E8-8300-471B-A0FD-B249065C404C}" dt="2026-07-11T05:49:09.602" v="1"/>
        <pc:sldMkLst>
          <pc:docMk/>
          <pc:sldMk cId="3763487974" sldId="309"/>
        </pc:sldMkLst>
      </pc:sldChg>
      <pc:sldChg chg="add">
        <pc:chgData name="민민 성" userId="cf1f1df607fbac1a" providerId="LiveId" clId="{A06AD6E8-8300-471B-A0FD-B249065C404C}" dt="2026-07-11T05:49:26.121" v="2"/>
        <pc:sldMkLst>
          <pc:docMk/>
          <pc:sldMk cId="800420621" sldId="310"/>
        </pc:sldMkLst>
      </pc:sldChg>
      <pc:sldChg chg="add">
        <pc:chgData name="민민 성" userId="cf1f1df607fbac1a" providerId="LiveId" clId="{A06AD6E8-8300-471B-A0FD-B249065C404C}" dt="2026-07-11T05:49:34.768" v="3"/>
        <pc:sldMkLst>
          <pc:docMk/>
          <pc:sldMk cId="2147805790" sldId="3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43499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608195" y="838920"/>
            <a:ext cx="634026" cy="568432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31326" y="274768"/>
            <a:ext cx="1746464" cy="425416"/>
            <a:chOff x="614240" y="226472"/>
            <a:chExt cx="1746464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85077" y="226472"/>
              <a:ext cx="1604991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dirty="0" err="1">
                  <a:solidFill>
                    <a:srgbClr val="00B0F0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799E618A-B635-413C-90D6-9BBB5F48E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81315" y="257361"/>
              <a:ext cx="179389" cy="156650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197302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1506613" y="772187"/>
            <a:ext cx="1564409" cy="707886"/>
            <a:chOff x="796295" y="778765"/>
            <a:chExt cx="1564409" cy="707886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22627" y="778765"/>
              <a:ext cx="93807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8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8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7537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8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204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058" y="102004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51732" y="1036931"/>
            <a:ext cx="12477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CE481-19EF-4F97-AF73-265FDB83283E}"/>
              </a:ext>
            </a:extLst>
          </p:cNvPr>
          <p:cNvSpPr txBox="1"/>
          <p:nvPr/>
        </p:nvSpPr>
        <p:spPr>
          <a:xfrm>
            <a:off x="1019010" y="669281"/>
            <a:ext cx="110318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9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9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9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A9A54C-F797-44FB-AB3D-27BD433EFBED}"/>
              </a:ext>
            </a:extLst>
          </p:cNvPr>
          <p:cNvSpPr txBox="1"/>
          <p:nvPr/>
        </p:nvSpPr>
        <p:spPr>
          <a:xfrm>
            <a:off x="924433" y="816061"/>
            <a:ext cx="1292341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5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A7A373-FECD-4243-98D0-B22830297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821" y="714131"/>
            <a:ext cx="147416" cy="1287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D16522-22F0-487F-BE90-3035E8C29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54114" y="719539"/>
            <a:ext cx="147414" cy="12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480AF66F-CB5C-451A-847A-EB60BA580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058" y="798592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20D6DC-7FD8-414D-8D41-7397E6AB51D5}"/>
              </a:ext>
            </a:extLst>
          </p:cNvPr>
          <p:cNvSpPr txBox="1"/>
          <p:nvPr/>
        </p:nvSpPr>
        <p:spPr>
          <a:xfrm>
            <a:off x="1151732" y="815475"/>
            <a:ext cx="12477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9512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8A249-57BD-B8C5-F243-8E09603FB635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A14600-6A4E-68DE-AE93-F9D76C81233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547C35-0538-3980-F43F-51DCC8C2C5B7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CC02FF7-A679-B89A-005B-137BDE8C1901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F33BF-AF8E-EFE0-9534-14A99E5444ED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548F5-C227-C424-9E2A-BCF01202B11D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3DDDA-6085-D01E-695B-8DCA20A2A084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528733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226620" y="282605"/>
            <a:ext cx="896591" cy="1920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1141463" y="282605"/>
            <a:ext cx="1871533" cy="19209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1868409" y="898006"/>
            <a:ext cx="995304" cy="264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1793399" y="836088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1141463" y="83793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1154612" y="936320"/>
            <a:ext cx="607860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56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-10111" y="64610"/>
            <a:ext cx="1347869" cy="1683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227092" y="488646"/>
            <a:ext cx="904857" cy="1183130"/>
            <a:chOff x="592138" y="1592949"/>
            <a:chExt cx="2585305" cy="3380371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778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32184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560" dirty="0"/>
                <a:t>항암 관리</a:t>
              </a: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226149" y="308631"/>
            <a:ext cx="897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1868409" y="550565"/>
            <a:ext cx="9953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1793399" y="488647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1141463" y="49049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1209915" y="588879"/>
            <a:ext cx="497252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1546703" y="301181"/>
            <a:ext cx="1088760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1868409" y="1226341"/>
            <a:ext cx="1091803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1793399" y="1181677"/>
            <a:ext cx="1219597" cy="290297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1141463" y="1183528"/>
            <a:ext cx="634156" cy="290297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1239570" y="1269430"/>
            <a:ext cx="437941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607522" y="1499044"/>
            <a:ext cx="2016899" cy="2215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4173235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0243490-B7C6-42DB-B189-20704EFBD587}"/>
              </a:ext>
            </a:extLst>
          </p:cNvPr>
          <p:cNvSpPr/>
          <p:nvPr/>
        </p:nvSpPr>
        <p:spPr>
          <a:xfrm>
            <a:off x="226620" y="282605"/>
            <a:ext cx="896591" cy="1920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0F47067-F54E-4A90-9F21-57BD24BB9C63}"/>
              </a:ext>
            </a:extLst>
          </p:cNvPr>
          <p:cNvSpPr/>
          <p:nvPr/>
        </p:nvSpPr>
        <p:spPr>
          <a:xfrm>
            <a:off x="1141463" y="282605"/>
            <a:ext cx="1871533" cy="19209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3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1B2AA-F91D-4DF3-86CD-504CE316D08F}"/>
              </a:ext>
            </a:extLst>
          </p:cNvPr>
          <p:cNvSpPr txBox="1"/>
          <p:nvPr/>
        </p:nvSpPr>
        <p:spPr>
          <a:xfrm>
            <a:off x="1868409" y="898006"/>
            <a:ext cx="995304" cy="264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 응급 유선 보고 후 사후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[A]-[D] 1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줄 기록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A193F6F5-6376-4F98-A3BB-96E53249AC9E}"/>
              </a:ext>
            </a:extLst>
          </p:cNvPr>
          <p:cNvSpPr/>
          <p:nvPr/>
        </p:nvSpPr>
        <p:spPr>
          <a:xfrm>
            <a:off x="1793399" y="836088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07B44-9D20-4CE2-BFB6-8DDA339570CA}"/>
              </a:ext>
            </a:extLst>
          </p:cNvPr>
          <p:cNvSpPr/>
          <p:nvPr/>
        </p:nvSpPr>
        <p:spPr>
          <a:xfrm>
            <a:off x="1141463" y="83793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32F88-5AA2-43B2-8C2A-F2BB31E51E43}"/>
              </a:ext>
            </a:extLst>
          </p:cNvPr>
          <p:cNvSpPr txBox="1"/>
          <p:nvPr/>
        </p:nvSpPr>
        <p:spPr>
          <a:xfrm>
            <a:off x="1154612" y="936320"/>
            <a:ext cx="607860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[D-</a:t>
            </a:r>
            <a:r>
              <a:rPr lang="ko-KR" altLang="en-US" sz="56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야간유선</a:t>
            </a:r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-10111" y="64610"/>
            <a:ext cx="1347869" cy="1683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494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99CA2A2-FAD0-4681-B98C-3A7AA0484B78}"/>
              </a:ext>
            </a:extLst>
          </p:cNvPr>
          <p:cNvGrpSpPr/>
          <p:nvPr/>
        </p:nvGrpSpPr>
        <p:grpSpPr>
          <a:xfrm>
            <a:off x="227092" y="488646"/>
            <a:ext cx="904857" cy="1183130"/>
            <a:chOff x="592138" y="1592949"/>
            <a:chExt cx="2585305" cy="3380371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A9AE8C-7191-4002-98F1-FF77B72D519F}"/>
                </a:ext>
              </a:extLst>
            </p:cNvPr>
            <p:cNvSpPr/>
            <p:nvPr/>
          </p:nvSpPr>
          <p:spPr>
            <a:xfrm>
              <a:off x="592138" y="1592949"/>
              <a:ext cx="2561688" cy="2814796"/>
            </a:xfrm>
            <a:prstGeom prst="roundRect">
              <a:avLst>
                <a:gd name="adj" fmla="val 5214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778">
                <a:solidFill>
                  <a:schemeClr val="tx1"/>
                </a:solidFill>
                <a:ea typeface="KoPub돋움체 Light" panose="02020603020101020101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E33DDDA-6085-D01E-695B-8DCA20A2A084}"/>
                </a:ext>
              </a:extLst>
            </p:cNvPr>
            <p:cNvSpPr txBox="1"/>
            <p:nvPr/>
          </p:nvSpPr>
          <p:spPr>
            <a:xfrm>
              <a:off x="630047" y="1754858"/>
              <a:ext cx="2547396" cy="32184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[CHEMO] </a:t>
              </a:r>
              <a:r>
                <a:rPr lang="ko-KR" altLang="en-US" sz="560" dirty="0"/>
                <a:t>항암 관리</a:t>
              </a: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[BLOOD]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수혈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[CVR]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위험 수치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[LIFE]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존엄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임종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[MEET]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보호자 면담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[MARROW]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골수 검사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[ISO]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격리 관리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[C-Status]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상태 악화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[PAIN]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통증 조절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r>
                <a:rPr lang="en-US" altLang="ko-KR" sz="56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[OUT] 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퇴원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전과</a:t>
              </a:r>
              <a:r>
                <a:rPr lang="en-US" altLang="ko-KR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/</a:t>
              </a:r>
              <a:r>
                <a:rPr lang="ko-KR" altLang="en-US" sz="560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사망</a:t>
              </a:r>
              <a:endPara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C7E232E-6B0D-4C30-967C-1D82B967BC1B}"/>
              </a:ext>
            </a:extLst>
          </p:cNvPr>
          <p:cNvSpPr txBox="1"/>
          <p:nvPr/>
        </p:nvSpPr>
        <p:spPr>
          <a:xfrm>
            <a:off x="226149" y="308631"/>
            <a:ext cx="897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하이패스 태그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FF5CD-F432-4D5C-924D-9C31E13C1988}"/>
              </a:ext>
            </a:extLst>
          </p:cNvPr>
          <p:cNvSpPr txBox="1"/>
          <p:nvPr/>
        </p:nvSpPr>
        <p:spPr>
          <a:xfrm>
            <a:off x="1868409" y="550565"/>
            <a:ext cx="9953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근무 교대 시 미완료 건에 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으로 인계 기록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771CDF-B55B-4421-928F-D1D7D43CFAC8}"/>
              </a:ext>
            </a:extLst>
          </p:cNvPr>
          <p:cNvSpPr/>
          <p:nvPr/>
        </p:nvSpPr>
        <p:spPr>
          <a:xfrm>
            <a:off x="1793399" y="488647"/>
            <a:ext cx="1219597" cy="335942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BD57B0-0CB8-437B-91FF-358B1B271C52}"/>
              </a:ext>
            </a:extLst>
          </p:cNvPr>
          <p:cNvSpPr/>
          <p:nvPr/>
        </p:nvSpPr>
        <p:spPr>
          <a:xfrm>
            <a:off x="1141463" y="490498"/>
            <a:ext cx="634156" cy="334091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7CE27-01D2-4557-B697-30F1806A81B3}"/>
              </a:ext>
            </a:extLst>
          </p:cNvPr>
          <p:cNvSpPr txBox="1"/>
          <p:nvPr/>
        </p:nvSpPr>
        <p:spPr>
          <a:xfrm>
            <a:off x="1209915" y="588879"/>
            <a:ext cx="497252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[IN-OUT]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6E135-233E-4999-A710-7E3C99EFDAEF}"/>
              </a:ext>
            </a:extLst>
          </p:cNvPr>
          <p:cNvSpPr/>
          <p:nvPr/>
        </p:nvSpPr>
        <p:spPr>
          <a:xfrm>
            <a:off x="1546703" y="301181"/>
            <a:ext cx="1088760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나를 지키는 방어 기록</a:t>
            </a:r>
            <a:endParaRPr lang="en-US" altLang="ko-KR" sz="7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50ADB8-A755-4C4B-8102-F58976B5B6D4}"/>
              </a:ext>
            </a:extLst>
          </p:cNvPr>
          <p:cNvSpPr txBox="1"/>
          <p:nvPr/>
        </p:nvSpPr>
        <p:spPr>
          <a:xfrm>
            <a:off x="1868409" y="1226341"/>
            <a:ext cx="1091803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 사유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대기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56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56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명시</a:t>
            </a:r>
            <a:endParaRPr lang="en-US" altLang="ko-KR" sz="56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A688FE5-A3E9-4A7D-9640-97D9C0317280}"/>
              </a:ext>
            </a:extLst>
          </p:cNvPr>
          <p:cNvSpPr/>
          <p:nvPr/>
        </p:nvSpPr>
        <p:spPr>
          <a:xfrm>
            <a:off x="1793399" y="1181677"/>
            <a:ext cx="1219597" cy="290297"/>
          </a:xfrm>
          <a:prstGeom prst="roundRect">
            <a:avLst>
              <a:gd name="adj" fmla="val 13824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D39DA0-5EC6-4030-BC9A-5BA4D6820777}"/>
              </a:ext>
            </a:extLst>
          </p:cNvPr>
          <p:cNvSpPr/>
          <p:nvPr/>
        </p:nvSpPr>
        <p:spPr>
          <a:xfrm>
            <a:off x="1141463" y="1183528"/>
            <a:ext cx="634156" cy="290297"/>
          </a:xfrm>
          <a:prstGeom prst="roundRect">
            <a:avLst>
              <a:gd name="adj" fmla="val 1309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78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4779CB-7AE4-4301-8B2E-ADD0772F1C8C}"/>
              </a:ext>
            </a:extLst>
          </p:cNvPr>
          <p:cNvSpPr txBox="1"/>
          <p:nvPr/>
        </p:nvSpPr>
        <p:spPr>
          <a:xfrm>
            <a:off x="1239570" y="1269430"/>
            <a:ext cx="437941" cy="1785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6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C-Code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2D936A-A45B-43D0-819F-2B99B59D02C1}"/>
              </a:ext>
            </a:extLst>
          </p:cNvPr>
          <p:cNvSpPr txBox="1"/>
          <p:nvPr/>
        </p:nvSpPr>
        <p:spPr>
          <a:xfrm>
            <a:off x="607522" y="1499044"/>
            <a:ext cx="2016899" cy="2215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기록은 메신저에서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정보는 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에서</a:t>
            </a:r>
            <a:r>
              <a:rPr lang="en-US" altLang="ko-KR" sz="840" b="1" dirty="0">
                <a:solidFill>
                  <a:srgbClr val="7030A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!”</a:t>
            </a:r>
          </a:p>
        </p:txBody>
      </p:sp>
    </p:spTree>
    <p:extLst>
      <p:ext uri="{BB962C8B-B14F-4D97-AF65-F5344CB8AC3E}">
        <p14:creationId xmlns:p14="http://schemas.microsoft.com/office/powerpoint/2010/main" val="121632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43499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102603" y="565642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31327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707551" y="451833"/>
              <a:ext cx="156004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안전 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&amp; 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보안 수칙 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단계별 대응 지침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101100" y="781990"/>
            <a:ext cx="1447832" cy="7903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단계별 대응 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(10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분 룰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응급 상황 최우선 원칙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정보 보안 엄수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오발송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즉시 정정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인사 변동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 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자발적 퇴장 의무</a:t>
            </a:r>
          </a:p>
        </p:txBody>
      </p:sp>
    </p:spTree>
    <p:extLst>
      <p:ext uri="{BB962C8B-B14F-4D97-AF65-F5344CB8AC3E}">
        <p14:creationId xmlns:p14="http://schemas.microsoft.com/office/powerpoint/2010/main" val="4063746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">
            <a:extLst>
              <a:ext uri="{FF2B5EF4-FFF2-40B4-BE49-F238E27FC236}">
                <a16:creationId xmlns:a16="http://schemas.microsoft.com/office/drawing/2014/main" id="{36B817F5-ED6E-4FD5-B4E2-93144A63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03" y="102004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868109F-B2B0-4CE1-9870-DFF19F8890A7}"/>
              </a:ext>
            </a:extLst>
          </p:cNvPr>
          <p:cNvSpPr txBox="1"/>
          <p:nvPr/>
        </p:nvSpPr>
        <p:spPr>
          <a:xfrm>
            <a:off x="1171577" y="1036932"/>
            <a:ext cx="12477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 </a:t>
            </a:r>
            <a:r>
              <a:rPr lang="en-US" altLang="ko-KR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| </a:t>
            </a:r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2D23E1-4C59-4085-BB0B-1A89E8707DBD}"/>
              </a:ext>
            </a:extLst>
          </p:cNvPr>
          <p:cNvSpPr txBox="1"/>
          <p:nvPr/>
        </p:nvSpPr>
        <p:spPr>
          <a:xfrm>
            <a:off x="1038855" y="669281"/>
            <a:ext cx="110318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dirty="0" err="1">
                <a:solidFill>
                  <a:srgbClr val="00B0F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9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9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9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87DB17-8F30-4266-A5C7-C608D527653E}"/>
              </a:ext>
            </a:extLst>
          </p:cNvPr>
          <p:cNvSpPr txBox="1"/>
          <p:nvPr/>
        </p:nvSpPr>
        <p:spPr>
          <a:xfrm>
            <a:off x="944278" y="816062"/>
            <a:ext cx="1292341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5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5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A663A6E-CD45-45A2-ADAB-0B6753415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665" y="714131"/>
            <a:ext cx="147416" cy="12872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235C2BE1-63D1-4862-B908-47BCDA0F5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073958" y="719539"/>
            <a:ext cx="147414" cy="12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48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43499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316611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31327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101100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800420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86D4-BAF5-DEE8-7F99-1274EA61B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380C6B7-6760-F865-BECF-4D4E1585194B}"/>
              </a:ext>
            </a:extLst>
          </p:cNvPr>
          <p:cNvSpPr txBox="1"/>
          <p:nvPr/>
        </p:nvSpPr>
        <p:spPr>
          <a:xfrm>
            <a:off x="2276994" y="1475899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D80AE-03D3-F2B8-8A05-3F7A1BA6DCF9}"/>
              </a:ext>
            </a:extLst>
          </p:cNvPr>
          <p:cNvSpPr txBox="1"/>
          <p:nvPr/>
        </p:nvSpPr>
        <p:spPr>
          <a:xfrm>
            <a:off x="694074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DB2F9-FF05-08A5-57BD-1D2DD06502A8}"/>
              </a:ext>
            </a:extLst>
          </p:cNvPr>
          <p:cNvSpPr txBox="1"/>
          <p:nvPr/>
        </p:nvSpPr>
        <p:spPr>
          <a:xfrm>
            <a:off x="638034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D1B85C-B062-B8A7-819F-32DA94B53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1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53123D-53AF-85A4-0726-2067D1069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442205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05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3547</TotalTime>
  <Words>622</Words>
  <Application>Microsoft Office PowerPoint</Application>
  <PresentationFormat>사용자 지정</PresentationFormat>
  <Paragraphs>104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2" baseType="lpstr">
      <vt:lpstr>KoPub돋움체 Medium</vt:lpstr>
      <vt:lpstr>휴먼둥근헤드라인</vt:lpstr>
      <vt:lpstr>Arial</vt:lpstr>
      <vt:lpstr>Calibri</vt:lpstr>
      <vt:lpstr>Calibri Light</vt:lpstr>
      <vt:lpstr>Franklin Gothic Heavy</vt:lpstr>
      <vt:lpstr>KoPub돋움체 Bold</vt:lpstr>
      <vt:lpstr>KoPub돋움체 Light</vt:lpstr>
      <vt:lpstr>Noto Sans KR Black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민민 성</cp:lastModifiedBy>
  <cp:revision>2298</cp:revision>
  <cp:lastPrinted>2026-03-02T14:34:17Z</cp:lastPrinted>
  <dcterms:created xsi:type="dcterms:W3CDTF">2025-05-04T13:56:03Z</dcterms:created>
  <dcterms:modified xsi:type="dcterms:W3CDTF">2026-07-11T05:49:37Z</dcterms:modified>
</cp:coreProperties>
</file>