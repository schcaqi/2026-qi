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57" r:id="rId2"/>
    <p:sldId id="297" r:id="rId3"/>
    <p:sldId id="262" r:id="rId4"/>
    <p:sldId id="300" r:id="rId5"/>
    <p:sldId id="306" r:id="rId6"/>
    <p:sldId id="305" r:id="rId7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892" y="1200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4CDCC63-1B49-E29D-2639-15C72FBF93D9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C331443-AF77-EA7C-A68D-1AF2C1938311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9D0B6FB-F245-5CA5-01A2-7ECE70059B31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D25819D-DF75-2963-B40C-E9AD78F5AC89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FD471BF-3E8B-E294-1EF7-7949D4D05762}"/>
              </a:ext>
            </a:extLst>
          </p:cNvPr>
          <p:cNvGrpSpPr/>
          <p:nvPr/>
        </p:nvGrpSpPr>
        <p:grpSpPr>
          <a:xfrm>
            <a:off x="711096" y="331471"/>
            <a:ext cx="2337499" cy="674473"/>
            <a:chOff x="422852" y="312900"/>
            <a:chExt cx="2337499" cy="67447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</a:p>
            <a:p>
              <a:pPr algn="ctr"/>
              <a:r>
                <a:rPr lang="ko-KR" altLang="en-US" sz="1000" dirty="0"/>
                <a:t>“</a:t>
              </a:r>
              <a:r>
                <a:rPr lang="en-US" altLang="ko-KR" sz="800" dirty="0"/>
                <a:t>QR </a:t>
              </a:r>
              <a:r>
                <a:rPr lang="ko-KR" altLang="en-US" sz="800" dirty="0"/>
                <a:t>하나로 기준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교육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제안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지표를 한 번에</a:t>
              </a:r>
              <a:r>
                <a:rPr lang="en-US" altLang="ko-KR" sz="800" dirty="0"/>
                <a:t>.”</a:t>
              </a:r>
              <a:endParaRPr lang="en-US" altLang="ko-KR" sz="8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DCC158E-675F-C121-F60E-F44282305A18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DD8AC-667F-42B8-5265-B6ED7A4CC558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577137-5AAD-FF43-5955-A6188CF122CB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4756B4-A4F7-10F9-54F6-FD186916090A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5630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4A5D6-3A56-B177-2B3C-9C02CC585860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474189-057B-B9B1-6224-A28E5BF62A39}"/>
              </a:ext>
            </a:extLst>
          </p:cNvPr>
          <p:cNvSpPr txBox="1"/>
          <p:nvPr/>
        </p:nvSpPr>
        <p:spPr>
          <a:xfrm>
            <a:off x="173830" y="443776"/>
            <a:ext cx="279756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/>
              <a:t>응급</a:t>
            </a:r>
            <a:r>
              <a:rPr lang="en-US" altLang="ko-KR" sz="800" dirty="0"/>
              <a:t>(10):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10</a:t>
            </a:r>
            <a:r>
              <a:rPr lang="ko-KR" altLang="en-US" sz="800" b="1" dirty="0"/>
              <a:t>은 전화 먼저 → 끝나면 </a:t>
            </a:r>
            <a:r>
              <a:rPr lang="en-US" altLang="ko-KR" sz="800" b="1" dirty="0"/>
              <a:t>A 1</a:t>
            </a:r>
            <a:r>
              <a:rPr lang="ko-KR" altLang="en-US" sz="800" b="1" dirty="0"/>
              <a:t>줄 </a:t>
            </a:r>
            <a:r>
              <a:rPr lang="en-US" altLang="ko-KR" sz="800" b="1" dirty="0"/>
              <a:t>+ D 1</a:t>
            </a:r>
            <a:r>
              <a:rPr lang="ko-KR" altLang="en-US" sz="800" b="1" dirty="0"/>
              <a:t>줄”</a:t>
            </a:r>
            <a:endParaRPr lang="en-US" altLang="ko-KR" sz="800" b="1" dirty="0"/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/>
              <a:t>정보성</a:t>
            </a:r>
            <a:r>
              <a:rPr lang="en-US" altLang="ko-KR" sz="800" dirty="0"/>
              <a:t>(</a:t>
            </a:r>
            <a:r>
              <a:rPr lang="ko-KR" altLang="en-US" sz="800" dirty="0"/>
              <a:t>입원</a:t>
            </a:r>
            <a:r>
              <a:rPr lang="en-US" altLang="ko-KR" sz="800" dirty="0"/>
              <a:t>·</a:t>
            </a:r>
            <a:r>
              <a:rPr lang="ko-KR" altLang="en-US" sz="800" dirty="0"/>
              <a:t>검사</a:t>
            </a:r>
            <a:r>
              <a:rPr lang="en-US" altLang="ko-KR" sz="800" dirty="0"/>
              <a:t>·</a:t>
            </a:r>
            <a:r>
              <a:rPr lang="ko-KR" altLang="en-US" sz="800" dirty="0" err="1"/>
              <a:t>자가약</a:t>
            </a:r>
            <a:r>
              <a:rPr lang="en-US" altLang="ko-KR" sz="800" dirty="0"/>
              <a:t>):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A(</a:t>
            </a:r>
            <a:r>
              <a:rPr lang="ko-KR" altLang="en-US" sz="800" b="1" dirty="0"/>
              <a:t>보고</a:t>
            </a:r>
            <a:r>
              <a:rPr lang="en-US" altLang="ko-KR" sz="800" b="1" dirty="0"/>
              <a:t>)/12 → D(</a:t>
            </a:r>
            <a:r>
              <a:rPr lang="ko-KR" altLang="en-US" sz="800" b="1" dirty="0"/>
              <a:t>확인완료</a:t>
            </a:r>
            <a:r>
              <a:rPr lang="en-US" altLang="ko-KR" sz="800" b="1" dirty="0"/>
              <a:t>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/>
              <a:t>도움</a:t>
            </a:r>
            <a:r>
              <a:rPr lang="en-US" altLang="ko-KR" sz="800" dirty="0"/>
              <a:t>·</a:t>
            </a:r>
            <a:r>
              <a:rPr lang="ko-KR" altLang="en-US" sz="800" dirty="0"/>
              <a:t>교육요청</a:t>
            </a:r>
            <a:r>
              <a:rPr lang="en-US" altLang="ko-KR" sz="800" dirty="0"/>
              <a:t>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QR → </a:t>
            </a:r>
            <a:r>
              <a:rPr lang="ko-KR" altLang="en-US" sz="800" b="1" dirty="0"/>
              <a:t>배움의 창구</a:t>
            </a:r>
            <a:r>
              <a:rPr lang="en-US" altLang="ko-KR" sz="800" b="1" dirty="0"/>
              <a:t> (ON Demand)”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800" b="1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/>
              <a:t>익명함</a:t>
            </a:r>
            <a:r>
              <a:rPr lang="en-US" altLang="ko-KR" sz="800" dirty="0"/>
              <a:t>·</a:t>
            </a:r>
            <a:r>
              <a:rPr lang="ko-KR" altLang="en-US" sz="800" dirty="0"/>
              <a:t>칭찬</a:t>
            </a:r>
            <a:r>
              <a:rPr lang="en-US" altLang="ko-KR" sz="800" dirty="0"/>
              <a:t>: </a:t>
            </a:r>
            <a:r>
              <a:rPr lang="ko-KR" altLang="en-US" sz="800" b="1" dirty="0"/>
              <a:t>“제안</a:t>
            </a:r>
            <a:r>
              <a:rPr lang="en-US" altLang="ko-KR" sz="800" b="1" dirty="0"/>
              <a:t>·</a:t>
            </a:r>
            <a:r>
              <a:rPr lang="ko-KR" altLang="en-US" sz="800" b="1" dirty="0"/>
              <a:t>칭찬은 </a:t>
            </a:r>
            <a:r>
              <a:rPr lang="en-US" altLang="ko-KR" sz="800" b="1" dirty="0"/>
              <a:t>QR → </a:t>
            </a:r>
            <a:r>
              <a:rPr lang="ko-KR" altLang="en-US" sz="800" b="1" dirty="0"/>
              <a:t>소통의 광장</a:t>
            </a:r>
            <a:r>
              <a:rPr lang="en-US" altLang="ko-KR" sz="800" b="1" dirty="0"/>
              <a:t>(</a:t>
            </a:r>
            <a:r>
              <a:rPr lang="ko-KR" altLang="en-US" sz="800" b="1" dirty="0"/>
              <a:t>존중 톤</a:t>
            </a:r>
            <a:r>
              <a:rPr lang="en-US" altLang="ko-KR" sz="800" b="1" dirty="0"/>
              <a:t>)”</a:t>
            </a: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8A249-57BD-B8C5-F243-8E09603FB635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A14600-6A4E-68DE-AE93-F9D76C81233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547C35-0538-3980-F43F-51DCC8C2C5B7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CC02FF7-A679-B89A-005B-137BDE8C1901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F33BF-AF8E-EFE0-9534-14A99E5444ED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548F5-C227-C424-9E2A-BCF01202B11D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3DDDA-6085-D01E-695B-8DCA20A2A084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528733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226620" y="282605"/>
            <a:ext cx="896591" cy="1920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1141463" y="282605"/>
            <a:ext cx="1871533" cy="19209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1868409" y="898006"/>
            <a:ext cx="995304" cy="264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1793399" y="836088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1141463" y="83793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1154612" y="936320"/>
            <a:ext cx="607860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56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-10111" y="64610"/>
            <a:ext cx="1347869" cy="1683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227092" y="488646"/>
            <a:ext cx="904857" cy="1183130"/>
            <a:chOff x="592138" y="1592949"/>
            <a:chExt cx="2585305" cy="3380371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778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32184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560" dirty="0"/>
                <a:t>항암 관리</a:t>
              </a: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226149" y="308631"/>
            <a:ext cx="897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1868409" y="550565"/>
            <a:ext cx="9953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1793399" y="488647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1141463" y="49049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1209915" y="588879"/>
            <a:ext cx="497252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1546703" y="301181"/>
            <a:ext cx="1088760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1868409" y="1226341"/>
            <a:ext cx="1091803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1793399" y="1181677"/>
            <a:ext cx="1219597" cy="290297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1141463" y="1183528"/>
            <a:ext cx="634156" cy="290297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1239570" y="1269430"/>
            <a:ext cx="437941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607522" y="1499044"/>
            <a:ext cx="2016899" cy="2215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4173235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226620" y="282605"/>
            <a:ext cx="896591" cy="1920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1141463" y="282605"/>
            <a:ext cx="1871533" cy="19209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1868409" y="898006"/>
            <a:ext cx="995304" cy="264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1793399" y="836088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1141463" y="83793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1154612" y="936320"/>
            <a:ext cx="607860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56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-10111" y="64610"/>
            <a:ext cx="1347869" cy="1683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227092" y="488646"/>
            <a:ext cx="904857" cy="1183130"/>
            <a:chOff x="592138" y="1592949"/>
            <a:chExt cx="2585305" cy="3380371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778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32184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560" dirty="0"/>
                <a:t>항암 관리</a:t>
              </a: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226149" y="308631"/>
            <a:ext cx="897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1868409" y="550565"/>
            <a:ext cx="9953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1793399" y="488647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1141463" y="49049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1209915" y="588879"/>
            <a:ext cx="497252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1546703" y="301181"/>
            <a:ext cx="1088760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1868409" y="1226341"/>
            <a:ext cx="1091803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1793399" y="1181677"/>
            <a:ext cx="1219597" cy="290297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1141463" y="1183528"/>
            <a:ext cx="634156" cy="290297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1239570" y="1269430"/>
            <a:ext cx="437941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607522" y="1499044"/>
            <a:ext cx="2016899" cy="2215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1216328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3544</TotalTime>
  <Words>535</Words>
  <Application>Microsoft Office PowerPoint</Application>
  <PresentationFormat>사용자 지정</PresentationFormat>
  <Paragraphs>81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6" baseType="lpstr">
      <vt:lpstr>KoPub돋움체 Bold</vt:lpstr>
      <vt:lpstr>KoPub돋움체 Light</vt:lpstr>
      <vt:lpstr>KoPub돋움체 Medium</vt:lpstr>
      <vt:lpstr>맑은 고딕</vt:lpstr>
      <vt:lpstr>휴먼둥근헤드라인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rahee</cp:lastModifiedBy>
  <cp:revision>2293</cp:revision>
  <cp:lastPrinted>2026-03-02T14:34:17Z</cp:lastPrinted>
  <dcterms:created xsi:type="dcterms:W3CDTF">2025-05-04T13:56:03Z</dcterms:created>
  <dcterms:modified xsi:type="dcterms:W3CDTF">2026-03-10T15:41:41Z</dcterms:modified>
</cp:coreProperties>
</file>