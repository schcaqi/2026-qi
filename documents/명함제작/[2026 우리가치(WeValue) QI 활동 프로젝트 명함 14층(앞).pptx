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8"/>
  </p:notesMasterIdLst>
  <p:sldIdLst>
    <p:sldId id="268" r:id="rId2"/>
    <p:sldId id="269" r:id="rId3"/>
    <p:sldId id="270" r:id="rId4"/>
    <p:sldId id="271" r:id="rId5"/>
    <p:sldId id="272" r:id="rId6"/>
    <p:sldId id="273" r:id="rId7"/>
  </p:sldIdLst>
  <p:sldSz cx="9180513" cy="5143500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620" userDrawn="1">
          <p15:clr>
            <a:srgbClr val="A4A3A4"/>
          </p15:clr>
        </p15:guide>
        <p15:guide id="6" orient="horz" pos="574" userDrawn="1">
          <p15:clr>
            <a:srgbClr val="A4A3A4"/>
          </p15:clr>
        </p15:guide>
        <p15:guide id="7" orient="horz" pos="2977" userDrawn="1">
          <p15:clr>
            <a:srgbClr val="A4A3A4"/>
          </p15:clr>
        </p15:guide>
        <p15:guide id="8" pos="2892" userDrawn="1">
          <p15:clr>
            <a:srgbClr val="A4A3A4"/>
          </p15:clr>
        </p15:guide>
        <p15:guide id="9" pos="372" userDrawn="1">
          <p15:clr>
            <a:srgbClr val="A4A3A4"/>
          </p15:clr>
        </p15:guide>
        <p15:guide id="10" pos="54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65" autoAdjust="0"/>
    <p:restoredTop sz="97430" autoAdjust="0"/>
  </p:normalViewPr>
  <p:slideViewPr>
    <p:cSldViewPr snapToGrid="0">
      <p:cViewPr varScale="1">
        <p:scale>
          <a:sx n="130" d="100"/>
          <a:sy n="130" d="100"/>
        </p:scale>
        <p:origin x="912" y="114"/>
      </p:cViewPr>
      <p:guideLst>
        <p:guide orient="horz" pos="1620"/>
        <p:guide orient="horz" pos="574"/>
        <p:guide orient="horz" pos="2977"/>
        <p:guide pos="2892"/>
        <p:guide pos="372"/>
        <p:guide pos="541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1800" y="1241425"/>
            <a:ext cx="59944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1pPr>
    <a:lvl2pPr marL="239205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2pPr>
    <a:lvl3pPr marL="478407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3pPr>
    <a:lvl4pPr marL="717612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4pPr>
    <a:lvl5pPr marL="956814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5pPr>
    <a:lvl6pPr marL="1196019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6pPr>
    <a:lvl7pPr marL="1435221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7pPr>
    <a:lvl8pPr marL="1674426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8pPr>
    <a:lvl9pPr marL="1913631" algn="l" defTabSz="478407" rtl="0" eaLnBrk="1" latinLnBrk="1" hangingPunct="1">
      <a:defRPr sz="6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7564" y="841772"/>
            <a:ext cx="6885385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564" y="2701528"/>
            <a:ext cx="6885385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1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5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79" y="1282304"/>
            <a:ext cx="7918192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379" y="3442098"/>
            <a:ext cx="7918192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83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160" y="1369219"/>
            <a:ext cx="3901718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635" y="1369219"/>
            <a:ext cx="3901718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07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273844"/>
            <a:ext cx="7918192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56" y="1260872"/>
            <a:ext cx="388378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56" y="1878806"/>
            <a:ext cx="3883787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635" y="1260872"/>
            <a:ext cx="390291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7635" y="1878806"/>
            <a:ext cx="3902914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75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96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42900"/>
            <a:ext cx="296095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2914" y="740569"/>
            <a:ext cx="4647635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543050"/>
            <a:ext cx="296095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4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42900"/>
            <a:ext cx="296095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02914" y="740569"/>
            <a:ext cx="4647635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543050"/>
            <a:ext cx="296095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95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98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9805" y="273844"/>
            <a:ext cx="1979548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160" y="273844"/>
            <a:ext cx="5823888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011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0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84747" y="87097"/>
            <a:ext cx="9016675" cy="4938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7564" y="233109"/>
            <a:ext cx="1028990" cy="5801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5945281" y="4485446"/>
            <a:ext cx="3235236" cy="309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1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1701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5762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0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859" y="49984"/>
            <a:ext cx="8936904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17145" y="83529"/>
            <a:ext cx="919408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8525832" y="4819774"/>
            <a:ext cx="410720" cy="180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287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28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7" y="4"/>
            <a:ext cx="9199640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859" y="49984"/>
            <a:ext cx="8936904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8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12682" y="83529"/>
            <a:ext cx="919408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8451803" y="4877770"/>
            <a:ext cx="484752" cy="136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28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287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92" userDrawn="1">
          <p15:clr>
            <a:srgbClr val="FBAE40"/>
          </p15:clr>
        </p15:guide>
        <p15:guide id="3" orient="horz" pos="1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161" y="273844"/>
            <a:ext cx="7918192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161" y="1369219"/>
            <a:ext cx="791819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160" y="4767263"/>
            <a:ext cx="20656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1045" y="4767263"/>
            <a:ext cx="309842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83738" y="4767263"/>
            <a:ext cx="20656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11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790" r:id="rId13"/>
    <p:sldLayoutId id="2147483789" r:id="rId1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86FF-D976-B25C-7272-66BE144B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2AB2CC-D9DE-F02D-B752-6717069904EF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587194-E54B-EAC4-B2D9-E56C0E4F4C0A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1E537E-473B-6CDA-CD4D-0084217D91D0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3EDF5-7B52-9621-B5A4-F09C8C830061}"/>
              </a:ext>
            </a:extLst>
          </p:cNvPr>
          <p:cNvSpPr txBox="1"/>
          <p:nvPr/>
        </p:nvSpPr>
        <p:spPr>
          <a:xfrm>
            <a:off x="3173970" y="1057251"/>
            <a:ext cx="5140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02C7A-7A03-D91C-871D-68296A9EA056}"/>
              </a:ext>
            </a:extLst>
          </p:cNvPr>
          <p:cNvSpPr txBox="1"/>
          <p:nvPr/>
        </p:nvSpPr>
        <p:spPr>
          <a:xfrm>
            <a:off x="292242" y="1071903"/>
            <a:ext cx="20986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665DD89-E46F-5DF2-6E34-8AC48676D669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2D9E7E-0AFC-E233-C327-1A7A7127E99D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84F74-D3B2-FF25-0405-680C37EF2575}"/>
              </a:ext>
            </a:extLst>
          </p:cNvPr>
          <p:cNvSpPr txBox="1"/>
          <p:nvPr/>
        </p:nvSpPr>
        <p:spPr>
          <a:xfrm>
            <a:off x="3173970" y="1963771"/>
            <a:ext cx="567806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2B3FE-C947-6796-1503-F6067667A086}"/>
              </a:ext>
            </a:extLst>
          </p:cNvPr>
          <p:cNvSpPr txBox="1"/>
          <p:nvPr/>
        </p:nvSpPr>
        <p:spPr>
          <a:xfrm>
            <a:off x="333321" y="2286199"/>
            <a:ext cx="24247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E02509-2FD9-5A1B-6E5B-EBB20C911892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676CC5-093B-C19F-BA8C-2E22BD0BD65D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14D2F-0E11-6946-C09A-E0ECF40D4383}"/>
              </a:ext>
            </a:extLst>
          </p:cNvPr>
          <p:cNvSpPr txBox="1"/>
          <p:nvPr/>
        </p:nvSpPr>
        <p:spPr>
          <a:xfrm>
            <a:off x="389840" y="3647348"/>
            <a:ext cx="22140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0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F32BA8-2612-C472-477B-DA46869D2454}"/>
              </a:ext>
            </a:extLst>
          </p:cNvPr>
          <p:cNvSpPr/>
          <p:nvPr/>
        </p:nvSpPr>
        <p:spPr>
          <a:xfrm>
            <a:off x="3173969" y="3324921"/>
            <a:ext cx="5489957" cy="10156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44456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52D5-BBA6-8DA1-601D-D29E9B4B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27D63-1F4E-F0FA-6A4A-8CE3548B3678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DA5180-8B48-9964-C220-CF52CE1AD668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427951-E402-AE54-72DC-4E84141B60F5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EF3F0-2B91-938C-2169-0832CEFA8B95}"/>
              </a:ext>
            </a:extLst>
          </p:cNvPr>
          <p:cNvSpPr txBox="1"/>
          <p:nvPr/>
        </p:nvSpPr>
        <p:spPr>
          <a:xfrm>
            <a:off x="3173970" y="1056452"/>
            <a:ext cx="5140280" cy="40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8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3F71DA-AE68-998C-F49D-6FDF5039750D}"/>
              </a:ext>
            </a:extLst>
          </p:cNvPr>
          <p:cNvSpPr txBox="1"/>
          <p:nvPr/>
        </p:nvSpPr>
        <p:spPr>
          <a:xfrm>
            <a:off x="288052" y="1071903"/>
            <a:ext cx="2107031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F7989C0-61B0-3164-9F38-BF8594608ECB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4916BB0-94D5-1896-9B9C-C075401EF7B1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7F031D-8823-1448-5C02-7503F7398F69}"/>
              </a:ext>
            </a:extLst>
          </p:cNvPr>
          <p:cNvSpPr txBox="1"/>
          <p:nvPr/>
        </p:nvSpPr>
        <p:spPr>
          <a:xfrm>
            <a:off x="3173970" y="1961743"/>
            <a:ext cx="5678063" cy="1019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1EE094-B5B4-60A8-3CE6-295076AA057C}"/>
              </a:ext>
            </a:extLst>
          </p:cNvPr>
          <p:cNvSpPr txBox="1"/>
          <p:nvPr/>
        </p:nvSpPr>
        <p:spPr>
          <a:xfrm>
            <a:off x="328480" y="2286199"/>
            <a:ext cx="2434449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BD895F-AD6F-88B0-21B3-3330D1851749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EB3AB1-8E20-2125-5E79-5711CE662FD4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49473-A2C8-E2BA-9B81-E7275B548DA8}"/>
              </a:ext>
            </a:extLst>
          </p:cNvPr>
          <p:cNvSpPr txBox="1"/>
          <p:nvPr/>
        </p:nvSpPr>
        <p:spPr>
          <a:xfrm>
            <a:off x="385419" y="3647348"/>
            <a:ext cx="2222910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5CB5D4-1AB6-F76D-7DF2-0DB9289A8DFC}"/>
              </a:ext>
            </a:extLst>
          </p:cNvPr>
          <p:cNvSpPr/>
          <p:nvPr/>
        </p:nvSpPr>
        <p:spPr>
          <a:xfrm>
            <a:off x="3173969" y="3322893"/>
            <a:ext cx="5489957" cy="10197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198157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F98F-D826-41F5-5609-03E6F692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9E2567-6957-80FD-8C51-58EA48B74A25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D3FCFA-8AA2-0423-2FE2-2777EB0D628C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E55108-2DB0-5755-CBC4-8017C68F10BE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29BA3-C4D3-8FC0-0A3A-4CA900DB4AF2}"/>
              </a:ext>
            </a:extLst>
          </p:cNvPr>
          <p:cNvSpPr txBox="1"/>
          <p:nvPr/>
        </p:nvSpPr>
        <p:spPr>
          <a:xfrm>
            <a:off x="3173970" y="1056452"/>
            <a:ext cx="5140280" cy="40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8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938C7-76C5-E49D-D993-7DB2772DEF7D}"/>
              </a:ext>
            </a:extLst>
          </p:cNvPr>
          <p:cNvSpPr txBox="1"/>
          <p:nvPr/>
        </p:nvSpPr>
        <p:spPr>
          <a:xfrm>
            <a:off x="288052" y="1071903"/>
            <a:ext cx="2107031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E9F6AB4-8015-8CCE-E572-04A131E8188F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7E6B87-06D0-0F9E-A0B0-A12087FF02EA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01971F-AC99-2004-D6CC-EC87D1F6AF23}"/>
              </a:ext>
            </a:extLst>
          </p:cNvPr>
          <p:cNvSpPr txBox="1"/>
          <p:nvPr/>
        </p:nvSpPr>
        <p:spPr>
          <a:xfrm>
            <a:off x="3173970" y="1961743"/>
            <a:ext cx="5678063" cy="1019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2DDD3-E5C3-59EF-8E4C-081C5A840555}"/>
              </a:ext>
            </a:extLst>
          </p:cNvPr>
          <p:cNvSpPr txBox="1"/>
          <p:nvPr/>
        </p:nvSpPr>
        <p:spPr>
          <a:xfrm>
            <a:off x="328480" y="2286199"/>
            <a:ext cx="2434449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2AC7E3-C944-ECC5-C6E8-42F0AE5340B7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61BCAD1-0554-6A15-5313-412596D974D8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1214C-69A6-8799-C3BF-6D26527C2BBF}"/>
              </a:ext>
            </a:extLst>
          </p:cNvPr>
          <p:cNvSpPr txBox="1"/>
          <p:nvPr/>
        </p:nvSpPr>
        <p:spPr>
          <a:xfrm>
            <a:off x="385419" y="3647348"/>
            <a:ext cx="2222910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6127CB-2459-374B-8194-5C519D6F7D62}"/>
              </a:ext>
            </a:extLst>
          </p:cNvPr>
          <p:cNvSpPr/>
          <p:nvPr/>
        </p:nvSpPr>
        <p:spPr>
          <a:xfrm>
            <a:off x="3173969" y="3322893"/>
            <a:ext cx="5489957" cy="10197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94630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EEBF-990D-89E6-C219-0FCF5A45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A0A50-B707-B9A5-0414-868DD513E7C5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A74A197-B06B-DD1B-3EEF-84FC79C246FB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0989908-51D1-18DF-6199-AC67FDFBBD6A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D4ABB-E9A5-4BD6-A0A1-C528CD171BE2}"/>
              </a:ext>
            </a:extLst>
          </p:cNvPr>
          <p:cNvSpPr txBox="1"/>
          <p:nvPr/>
        </p:nvSpPr>
        <p:spPr>
          <a:xfrm>
            <a:off x="3173970" y="1056452"/>
            <a:ext cx="5140280" cy="40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8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CD312-C238-8943-9EC2-2CC5D0B44FAC}"/>
              </a:ext>
            </a:extLst>
          </p:cNvPr>
          <p:cNvSpPr txBox="1"/>
          <p:nvPr/>
        </p:nvSpPr>
        <p:spPr>
          <a:xfrm>
            <a:off x="288052" y="1071903"/>
            <a:ext cx="2107031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5CD00F7-3125-23F8-9A78-D2989C54FE01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8D43D4A-CB1B-75B4-F498-FF6AB0DF1D47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969304-AFAB-F77D-7ABC-69C22274B771}"/>
              </a:ext>
            </a:extLst>
          </p:cNvPr>
          <p:cNvSpPr txBox="1"/>
          <p:nvPr/>
        </p:nvSpPr>
        <p:spPr>
          <a:xfrm>
            <a:off x="3173970" y="1961743"/>
            <a:ext cx="5678063" cy="1019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13204-A193-A5DC-EC2A-1EBAA4B1A21A}"/>
              </a:ext>
            </a:extLst>
          </p:cNvPr>
          <p:cNvSpPr txBox="1"/>
          <p:nvPr/>
        </p:nvSpPr>
        <p:spPr>
          <a:xfrm>
            <a:off x="328480" y="2286199"/>
            <a:ext cx="2434449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279F38-C816-9D79-0FA0-58A333EF22DA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50C946-D81A-C95C-C32D-0FEEDFBD288F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A40B7-649B-9456-DB83-79AD110D9E70}"/>
              </a:ext>
            </a:extLst>
          </p:cNvPr>
          <p:cNvSpPr txBox="1"/>
          <p:nvPr/>
        </p:nvSpPr>
        <p:spPr>
          <a:xfrm>
            <a:off x="385419" y="3647348"/>
            <a:ext cx="2222910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60492E-2CAA-2CEA-0F9F-6A0E871BCF82}"/>
              </a:ext>
            </a:extLst>
          </p:cNvPr>
          <p:cNvSpPr/>
          <p:nvPr/>
        </p:nvSpPr>
        <p:spPr>
          <a:xfrm>
            <a:off x="3173969" y="3322893"/>
            <a:ext cx="5489957" cy="10197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302765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4D8D-035E-BA30-B848-D58E8B353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BBEB5-41B8-764B-1737-47D94EE051C8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D6727A4-6D55-685E-00FF-8BC803B1A2DC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238D9D-1397-2DAC-CBAA-1A9A01222468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09FBB-AC8E-B11E-C081-F8FC4C0BBDDA}"/>
              </a:ext>
            </a:extLst>
          </p:cNvPr>
          <p:cNvSpPr txBox="1"/>
          <p:nvPr/>
        </p:nvSpPr>
        <p:spPr>
          <a:xfrm>
            <a:off x="3173970" y="1056452"/>
            <a:ext cx="5140280" cy="40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8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7D40E-04A8-841A-D44C-53867795FBDD}"/>
              </a:ext>
            </a:extLst>
          </p:cNvPr>
          <p:cNvSpPr txBox="1"/>
          <p:nvPr/>
        </p:nvSpPr>
        <p:spPr>
          <a:xfrm>
            <a:off x="288052" y="1071903"/>
            <a:ext cx="2107031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17EB569-FCE7-75FC-8383-A174D48EDC60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73DA53-307F-F20B-6317-5D3EC8647526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405F9C-37DD-B6EF-8D4C-B6C282CE4605}"/>
              </a:ext>
            </a:extLst>
          </p:cNvPr>
          <p:cNvSpPr txBox="1"/>
          <p:nvPr/>
        </p:nvSpPr>
        <p:spPr>
          <a:xfrm>
            <a:off x="3173970" y="1961743"/>
            <a:ext cx="5678063" cy="1019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4EF717-4675-CE86-C31E-D52B8B36062A}"/>
              </a:ext>
            </a:extLst>
          </p:cNvPr>
          <p:cNvSpPr txBox="1"/>
          <p:nvPr/>
        </p:nvSpPr>
        <p:spPr>
          <a:xfrm>
            <a:off x="328480" y="2286199"/>
            <a:ext cx="2434449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B286B42-C47F-19F0-7220-AB50E630A158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2F748ED-162D-6D89-AB91-73D139506D62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82FCD-AC3B-0A25-9F6B-553E635960E3}"/>
              </a:ext>
            </a:extLst>
          </p:cNvPr>
          <p:cNvSpPr txBox="1"/>
          <p:nvPr/>
        </p:nvSpPr>
        <p:spPr>
          <a:xfrm>
            <a:off x="385419" y="3647348"/>
            <a:ext cx="2222910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805B44-4228-6E67-4A95-70A7815E638C}"/>
              </a:ext>
            </a:extLst>
          </p:cNvPr>
          <p:cNvSpPr/>
          <p:nvPr/>
        </p:nvSpPr>
        <p:spPr>
          <a:xfrm>
            <a:off x="3173969" y="3322893"/>
            <a:ext cx="5489957" cy="10197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380887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84D5-1DEC-9852-ACBF-72E4D297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62A8F-824C-4DEB-FD06-EBA04FED6234}"/>
              </a:ext>
            </a:extLst>
          </p:cNvPr>
          <p:cNvSpPr txBox="1"/>
          <p:nvPr/>
        </p:nvSpPr>
        <p:spPr>
          <a:xfrm>
            <a:off x="102399" y="175060"/>
            <a:ext cx="3508602" cy="3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순천향대학교 천안병원 </a:t>
            </a:r>
            <a:r>
              <a:rPr lang="en-US" altLang="ko-KR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| </a:t>
            </a:r>
            <a:r>
              <a:rPr lang="ko-KR" altLang="en-US" sz="1417" b="1" spc="-31" dirty="0">
                <a:latin typeface="KoPub돋움체 Light" panose="02020603020101020101" pitchFamily="18" charset="-127"/>
                <a:ea typeface="KoPub돋움체 Light" panose="02020603020101020101"/>
              </a:rPr>
              <a:t>진료지원간호팀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8DBBAE-AA3D-50B6-B506-3C41BF06DAE2}"/>
              </a:ext>
            </a:extLst>
          </p:cNvPr>
          <p:cNvSpPr/>
          <p:nvPr/>
        </p:nvSpPr>
        <p:spPr>
          <a:xfrm>
            <a:off x="3063172" y="844256"/>
            <a:ext cx="5802477" cy="826102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077FF07-4144-C028-7025-75BDFB15594F}"/>
              </a:ext>
            </a:extLst>
          </p:cNvPr>
          <p:cNvSpPr/>
          <p:nvPr/>
        </p:nvSpPr>
        <p:spPr>
          <a:xfrm>
            <a:off x="209158" y="844256"/>
            <a:ext cx="2800033" cy="826102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87FF9-8B93-FFA7-9413-380BF4ADCDA2}"/>
              </a:ext>
            </a:extLst>
          </p:cNvPr>
          <p:cNvSpPr txBox="1"/>
          <p:nvPr/>
        </p:nvSpPr>
        <p:spPr>
          <a:xfrm>
            <a:off x="3173970" y="1056452"/>
            <a:ext cx="5140280" cy="40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Case ID 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병실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등록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성함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교수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월일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</a:t>
            </a:r>
            <a:endParaRPr lang="en-US" altLang="ko-KR" sz="2008" dirty="0">
              <a:solidFill>
                <a:schemeClr val="tx2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C5BAD9-D603-0A63-C2F8-D3EC18E71F2B}"/>
              </a:ext>
            </a:extLst>
          </p:cNvPr>
          <p:cNvSpPr txBox="1"/>
          <p:nvPr/>
        </p:nvSpPr>
        <p:spPr>
          <a:xfrm>
            <a:off x="288052" y="1071903"/>
            <a:ext cx="2107031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[ID] Case ID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A8864F-1972-9911-35B6-7C9273FF94AB}"/>
              </a:ext>
            </a:extLst>
          </p:cNvPr>
          <p:cNvSpPr/>
          <p:nvPr/>
        </p:nvSpPr>
        <p:spPr>
          <a:xfrm>
            <a:off x="3063172" y="1777571"/>
            <a:ext cx="5802477" cy="138806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0F26EED-5C67-FFA9-25C5-0D33D222D2F2}"/>
              </a:ext>
            </a:extLst>
          </p:cNvPr>
          <p:cNvSpPr/>
          <p:nvPr/>
        </p:nvSpPr>
        <p:spPr>
          <a:xfrm>
            <a:off x="209158" y="1777572"/>
            <a:ext cx="2800033" cy="138806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9390A0-01BC-41B1-80F2-B89DECB58566}"/>
              </a:ext>
            </a:extLst>
          </p:cNvPr>
          <p:cNvSpPr txBox="1"/>
          <p:nvPr/>
        </p:nvSpPr>
        <p:spPr>
          <a:xfrm>
            <a:off x="3173970" y="1961743"/>
            <a:ext cx="5678063" cy="1019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[A]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보고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요청사항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+ 10·4·12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[C]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상황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PA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조치 예정 사유 및 시간 공유 </a:t>
            </a:r>
          </a:p>
          <a:p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[D]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상태 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계획</a:t>
            </a:r>
            <a:r>
              <a:rPr lang="en-US" altLang="ko-KR" sz="2008" dirty="0">
                <a:solidFill>
                  <a:schemeClr val="tx2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(F/U)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8FB6B-5102-E93B-047C-D702BA8B358D}"/>
              </a:ext>
            </a:extLst>
          </p:cNvPr>
          <p:cNvSpPr txBox="1"/>
          <p:nvPr/>
        </p:nvSpPr>
        <p:spPr>
          <a:xfrm>
            <a:off x="328480" y="2286199"/>
            <a:ext cx="2434449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ACD 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루프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소통 공식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4C94E8E-849A-F14B-A439-09C29D27CC0B}"/>
              </a:ext>
            </a:extLst>
          </p:cNvPr>
          <p:cNvSpPr/>
          <p:nvPr/>
        </p:nvSpPr>
        <p:spPr>
          <a:xfrm>
            <a:off x="3063172" y="3272851"/>
            <a:ext cx="5802477" cy="1119803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D1227C-3E6D-A365-61B6-38763380BAA8}"/>
              </a:ext>
            </a:extLst>
          </p:cNvPr>
          <p:cNvSpPr/>
          <p:nvPr/>
        </p:nvSpPr>
        <p:spPr>
          <a:xfrm>
            <a:off x="209158" y="3272851"/>
            <a:ext cx="2800033" cy="1119803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22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3A4D5-A947-1DDF-AB93-612F7504A88B}"/>
              </a:ext>
            </a:extLst>
          </p:cNvPr>
          <p:cNvSpPr txBox="1"/>
          <p:nvPr/>
        </p:nvSpPr>
        <p:spPr>
          <a:xfrm>
            <a:off x="385419" y="3647348"/>
            <a:ext cx="2222910" cy="4017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트리아제 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8" b="1" dirty="0" err="1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골든타임</a:t>
            </a:r>
            <a:r>
              <a:rPr lang="en-US" altLang="ko-KR" sz="2008" b="1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8" b="1" dirty="0">
              <a:solidFill>
                <a:srgbClr val="0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4445BD-2635-1631-7591-3E13D5D3AD4F}"/>
              </a:ext>
            </a:extLst>
          </p:cNvPr>
          <p:cNvSpPr/>
          <p:nvPr/>
        </p:nvSpPr>
        <p:spPr>
          <a:xfrm>
            <a:off x="3173969" y="3322893"/>
            <a:ext cx="5489957" cy="10197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빨강 10분(응급): 환자 안전 직결 (유선 병행)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초록 4시간(우선): 당일 내 우선 처리 필요</a:t>
            </a:r>
          </a:p>
          <a:p>
            <a:r>
              <a:rPr lang="ko-KR" altLang="en-US" sz="2008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노랑 12시간(루틴): 근무 흐름 내 안정적 처리</a:t>
            </a:r>
          </a:p>
        </p:txBody>
      </p:sp>
    </p:spTree>
    <p:extLst>
      <p:ext uri="{BB962C8B-B14F-4D97-AF65-F5344CB8AC3E}">
        <p14:creationId xmlns:p14="http://schemas.microsoft.com/office/powerpoint/2010/main" val="332763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3429</TotalTime>
  <Words>666</Words>
  <Application>Microsoft Office PowerPoint</Application>
  <PresentationFormat>사용자 지정</PresentationFormat>
  <Paragraphs>66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KoPub돋움체 Bold</vt:lpstr>
      <vt:lpstr>KoPub돋움체 Light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성민 임</cp:lastModifiedBy>
  <cp:revision>2321</cp:revision>
  <cp:lastPrinted>2026-04-09T11:56:21Z</cp:lastPrinted>
  <dcterms:created xsi:type="dcterms:W3CDTF">2025-05-04T13:56:03Z</dcterms:created>
  <dcterms:modified xsi:type="dcterms:W3CDTF">2026-04-09T12:07:57Z</dcterms:modified>
</cp:coreProperties>
</file>