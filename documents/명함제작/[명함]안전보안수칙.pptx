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09" r:id="rId1"/>
  </p:sldMasterIdLst>
  <p:notesMasterIdLst>
    <p:notesMasterId r:id="rId4"/>
  </p:notesMasterIdLst>
  <p:sldIdLst>
    <p:sldId id="270" r:id="rId2"/>
    <p:sldId id="313" r:id="rId3"/>
  </p:sldIdLst>
  <p:sldSz cx="9906000" cy="6858000" type="A4"/>
  <p:notesSz cx="6858000" cy="9945688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Calibri Light" panose="020F0302020204030204" pitchFamily="34" charset="0"/>
      <p:regular r:id="rId9"/>
      <p:italic r:id="rId10"/>
    </p:embeddedFont>
    <p:embeddedFont>
      <p:font typeface="KoPub돋움체 Bold" panose="02020603020101020101" pitchFamily="18" charset="-127"/>
      <p:regular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2160" userDrawn="1">
          <p15:clr>
            <a:srgbClr val="A4A3A4"/>
          </p15:clr>
        </p15:guide>
        <p15:guide id="6" orient="horz" pos="766" userDrawn="1">
          <p15:clr>
            <a:srgbClr val="A4A3A4"/>
          </p15:clr>
        </p15:guide>
        <p15:guide id="7" orient="horz" pos="3970" userDrawn="1">
          <p15:clr>
            <a:srgbClr val="A4A3A4"/>
          </p15:clr>
        </p15:guide>
        <p15:guide id="8" pos="3120" userDrawn="1">
          <p15:clr>
            <a:srgbClr val="A4A3A4"/>
          </p15:clr>
        </p15:guide>
        <p15:guide id="9" pos="405" userDrawn="1">
          <p15:clr>
            <a:srgbClr val="A4A3A4"/>
          </p15:clr>
        </p15:guide>
        <p15:guide id="10" pos="5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2CFF1"/>
    <a:srgbClr val="CC00FF"/>
    <a:srgbClr val="006E99"/>
    <a:srgbClr val="009BD6"/>
    <a:srgbClr val="1E5691"/>
    <a:srgbClr val="DDF6FF"/>
    <a:srgbClr val="F58400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9" autoAdjust="0"/>
    <p:restoredTop sz="97430" autoAdjust="0"/>
  </p:normalViewPr>
  <p:slideViewPr>
    <p:cSldViewPr snapToGrid="0">
      <p:cViewPr varScale="1">
        <p:scale>
          <a:sx n="98" d="100"/>
          <a:sy n="98" d="100"/>
        </p:scale>
        <p:origin x="2022" y="78"/>
      </p:cViewPr>
      <p:guideLst>
        <p:guide orient="horz" pos="2160"/>
        <p:guide orient="horz" pos="766"/>
        <p:guide orient="horz" pos="3970"/>
        <p:guide pos="3120"/>
        <p:guide pos="405"/>
        <p:guide pos="583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민 성" userId="cf1f1df607fbac1a" providerId="LiveId" clId="{C61CF9A9-D03F-4B32-AC84-2ABAA0DB22A9}"/>
    <pc:docChg chg="custSel modSld">
      <pc:chgData name="민민 성" userId="cf1f1df607fbac1a" providerId="LiveId" clId="{C61CF9A9-D03F-4B32-AC84-2ABAA0DB22A9}" dt="2026-07-11T06:04:10.080" v="1" actId="22"/>
      <pc:docMkLst>
        <pc:docMk/>
      </pc:docMkLst>
      <pc:sldChg chg="addSp delSp mod">
        <pc:chgData name="민민 성" userId="cf1f1df607fbac1a" providerId="LiveId" clId="{C61CF9A9-D03F-4B32-AC84-2ABAA0DB22A9}" dt="2026-07-11T06:04:10.080" v="1" actId="22"/>
        <pc:sldMkLst>
          <pc:docMk/>
          <pc:sldMk cId="4063746640" sldId="270"/>
        </pc:sldMkLst>
        <pc:picChg chg="add">
          <ac:chgData name="민민 성" userId="cf1f1df607fbac1a" providerId="LiveId" clId="{C61CF9A9-D03F-4B32-AC84-2ABAA0DB22A9}" dt="2026-07-11T06:04:10.080" v="1" actId="22"/>
          <ac:picMkLst>
            <pc:docMk/>
            <pc:sldMk cId="4063746640" sldId="270"/>
            <ac:picMk id="3" creationId="{1E2F13A9-8A71-4D98-8DAD-55083F89DCF5}"/>
          </ac:picMkLst>
        </pc:picChg>
        <pc:picChg chg="del">
          <ac:chgData name="민민 성" userId="cf1f1df607fbac1a" providerId="LiveId" clId="{C61CF9A9-D03F-4B32-AC84-2ABAA0DB22A9}" dt="2026-07-11T06:04:04.832" v="0" actId="478"/>
          <ac:picMkLst>
            <pc:docMk/>
            <pc:sldMk cId="4063746640" sldId="270"/>
            <ac:picMk id="7" creationId="{D04911B2-2CB8-4ED8-9DFA-DB6BFAFA8F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41425"/>
            <a:ext cx="48514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2"/>
            <a:ext cx="5486400" cy="3916363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1pPr>
    <a:lvl2pPr marL="280665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2pPr>
    <a:lvl3pPr marL="561326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3pPr>
    <a:lvl4pPr marL="841990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4pPr>
    <a:lvl5pPr marL="1122652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5pPr>
    <a:lvl6pPr marL="1403316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6pPr>
    <a:lvl7pPr marL="1683978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7pPr>
    <a:lvl8pPr marL="1964642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8pPr>
    <a:lvl9pPr marL="2245307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36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38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59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6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68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19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87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88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2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96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000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3" y="6"/>
            <a:ext cx="992663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91442" y="116132"/>
            <a:ext cx="9729219" cy="65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304AE3-A7A5-53DE-4C22-7CB33DB4161D}"/>
              </a:ext>
            </a:extLst>
          </p:cNvPr>
          <p:cNvSpPr txBox="1"/>
          <p:nvPr userDrawn="1"/>
        </p:nvSpPr>
        <p:spPr>
          <a:xfrm>
            <a:off x="9080066" y="5793461"/>
            <a:ext cx="734496" cy="199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699" b="1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799" b="1" dirty="0"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523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3" y="6"/>
            <a:ext cx="9926639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139041" y="66644"/>
            <a:ext cx="9643140" cy="6721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50700" y="111371"/>
            <a:ext cx="992064" cy="28803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9379547" y="6426372"/>
            <a:ext cx="263214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3" y="6"/>
            <a:ext cx="9926639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139041" y="66644"/>
            <a:ext cx="9643140" cy="6721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5881" y="111371"/>
            <a:ext cx="992064" cy="28803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9352300" y="6503691"/>
            <a:ext cx="290464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26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7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  <p:sldLayoutId id="2147483790" r:id="rId13"/>
    <p:sldLayoutId id="2147483789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A5B3-163B-6F07-10F6-516CFF52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2F13A9-8A71-4D98-8DAD-55083F89D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937"/>
            <a:ext cx="990600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4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986D4-BAF5-DEE8-7F99-1274EA61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F68520-DBCE-4B51-852F-BA08C5A52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937"/>
            <a:ext cx="990600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05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3462</TotalTime>
  <Words>0</Words>
  <Application>Microsoft Office PowerPoint</Application>
  <PresentationFormat>A4 용지(210x297mm)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Arial</vt:lpstr>
      <vt:lpstr>Calibri Light</vt:lpstr>
      <vt:lpstr>Calibri</vt:lpstr>
      <vt:lpstr>KoPub돋움체 Bold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민민 성</cp:lastModifiedBy>
  <cp:revision>2296</cp:revision>
  <cp:lastPrinted>2026-07-11T05:58:40Z</cp:lastPrinted>
  <dcterms:created xsi:type="dcterms:W3CDTF">2025-05-04T13:56:03Z</dcterms:created>
  <dcterms:modified xsi:type="dcterms:W3CDTF">2026-07-11T06:04:18Z</dcterms:modified>
</cp:coreProperties>
</file>