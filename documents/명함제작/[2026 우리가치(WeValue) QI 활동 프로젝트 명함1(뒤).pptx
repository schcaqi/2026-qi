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8"/>
  </p:notesMasterIdLst>
  <p:sldIdLst>
    <p:sldId id="262" r:id="rId2"/>
    <p:sldId id="263" r:id="rId3"/>
    <p:sldId id="264" r:id="rId4"/>
    <p:sldId id="265" r:id="rId5"/>
    <p:sldId id="266" r:id="rId6"/>
    <p:sldId id="267" r:id="rId7"/>
  </p:sldIdLst>
  <p:sldSz cx="3240088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21" userDrawn="1">
          <p15:clr>
            <a:srgbClr val="A4A3A4"/>
          </p15:clr>
        </p15:guide>
        <p15:guide id="9" pos="132" userDrawn="1">
          <p15:clr>
            <a:srgbClr val="A4A3A4"/>
          </p15:clr>
        </p15:guide>
        <p15:guide id="10" pos="19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CFF1"/>
    <a:srgbClr val="CC00FF"/>
    <a:srgbClr val="006E99"/>
    <a:srgbClr val="009BD6"/>
    <a:srgbClr val="1E5691"/>
    <a:srgbClr val="DDF6FF"/>
    <a:srgbClr val="F58400"/>
    <a:srgbClr val="FF3300"/>
    <a:srgbClr val="FFFFFF"/>
    <a:srgbClr val="0084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211" d="100"/>
          <a:sy n="211" d="100"/>
        </p:scale>
        <p:origin x="1232" y="108"/>
      </p:cViewPr>
      <p:guideLst>
        <p:guide orient="horz" pos="567"/>
        <p:guide orient="horz" pos="201"/>
        <p:guide orient="horz" pos="1042"/>
        <p:guide pos="1021"/>
        <p:guide pos="132"/>
        <p:guide pos="190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41425"/>
            <a:ext cx="6042025" cy="3357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1"/>
            <a:ext cx="5486400" cy="3916364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11" y="294620"/>
            <a:ext cx="2430066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945535"/>
            <a:ext cx="2430066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375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003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8" y="448807"/>
            <a:ext cx="2794576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8" y="1204734"/>
            <a:ext cx="2794576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871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1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95846"/>
            <a:ext cx="2794576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441305"/>
            <a:ext cx="137070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657582"/>
            <a:ext cx="137070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441305"/>
            <a:ext cx="137745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657582"/>
            <a:ext cx="137745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050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343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38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259199"/>
            <a:ext cx="1640295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658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259199"/>
            <a:ext cx="1640295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249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027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95846"/>
            <a:ext cx="698644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95846"/>
            <a:ext cx="2055431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396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909" y="30482"/>
            <a:ext cx="3182265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0825" y="81588"/>
            <a:ext cx="363162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98273" y="1569905"/>
            <a:ext cx="114181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451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2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9499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90773" y="1686920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7923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63523" y="1707219"/>
            <a:ext cx="290464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95846"/>
            <a:ext cx="2794576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479227"/>
            <a:ext cx="2794576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1668542"/>
            <a:ext cx="109353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659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74A5D6-3A56-B177-2B3C-9C02CC585860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474189-057B-B9B1-6224-A28E5BF62A39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여기로(비난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4161560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79A36-F41E-B9F8-5CC4-688CE6260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8E9354-8918-5B9B-A772-C300C030FA4D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A57DE9-F5CE-C1C9-3CBD-A571F06AD3E9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여기로(비난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452281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BAF26-8204-CD26-D92D-98A5F200B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AE675C-307C-2897-FB44-AF4AAB6C2BEB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FED771-D409-92AA-5821-934C3E5AF54D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여기로(비난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520648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7E1C5-8849-8394-C7AC-308D311B8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B586B0-FC8F-2596-1554-6E15E85B74AA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6B75F80-7437-F749-1A5C-5D526FE39CC1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여기로(비난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418352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489F9-9146-7E06-96AA-3ADEB32A1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469FBA-3DD8-22C7-34D6-FDB0AD3C284D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1E0841-7ED6-45FD-D8A8-27C7AAD3B0EA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여기로(비난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2203028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EDC2E-413C-2928-7FF9-1434A0D91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DE6CAD-8260-CD1D-C932-41FD21BEDE1F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7E8B42-6B88-B172-D348-74E98D8C48D9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여기로(비난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27411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3360</TotalTime>
  <Words>402</Words>
  <Application>Microsoft Office PowerPoint</Application>
  <PresentationFormat>사용자 지정</PresentationFormat>
  <Paragraphs>48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KoPub돋움체 Bold</vt:lpstr>
      <vt:lpstr>KoPub돋움체 Light</vt:lpstr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라희 임</dc:creator>
  <cp:lastModifiedBy>라희 임</cp:lastModifiedBy>
  <cp:revision>2229</cp:revision>
  <cp:lastPrinted>2026-02-28T13:45:48Z</cp:lastPrinted>
  <dcterms:created xsi:type="dcterms:W3CDTF">2025-05-04T13:56:03Z</dcterms:created>
  <dcterms:modified xsi:type="dcterms:W3CDTF">2026-03-07T16:39:11Z</dcterms:modified>
</cp:coreProperties>
</file>