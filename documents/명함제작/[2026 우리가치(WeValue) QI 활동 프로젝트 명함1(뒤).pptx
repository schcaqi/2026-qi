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70" r:id="rId1"/>
  </p:sldMasterIdLst>
  <p:notesMasterIdLst>
    <p:notesMasterId r:id="rId8"/>
  </p:notesMasterIdLst>
  <p:sldIdLst>
    <p:sldId id="262" r:id="rId2"/>
    <p:sldId id="263" r:id="rId3"/>
    <p:sldId id="264" r:id="rId4"/>
    <p:sldId id="265" r:id="rId5"/>
    <p:sldId id="266" r:id="rId6"/>
    <p:sldId id="267" r:id="rId7"/>
  </p:sldIdLst>
  <p:sldSz cx="3240088" cy="1800225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5" orient="horz" pos="567" userDrawn="1">
          <p15:clr>
            <a:srgbClr val="A4A3A4"/>
          </p15:clr>
        </p15:guide>
        <p15:guide id="6" orient="horz" pos="201" userDrawn="1">
          <p15:clr>
            <a:srgbClr val="A4A3A4"/>
          </p15:clr>
        </p15:guide>
        <p15:guide id="7" orient="horz" pos="1042" userDrawn="1">
          <p15:clr>
            <a:srgbClr val="A4A3A4"/>
          </p15:clr>
        </p15:guide>
        <p15:guide id="8" pos="1021" userDrawn="1">
          <p15:clr>
            <a:srgbClr val="A4A3A4"/>
          </p15:clr>
        </p15:guide>
        <p15:guide id="9" pos="132" userDrawn="1">
          <p15:clr>
            <a:srgbClr val="A4A3A4"/>
          </p15:clr>
        </p15:guide>
        <p15:guide id="10" pos="190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2CFF1"/>
    <a:srgbClr val="CC00FF"/>
    <a:srgbClr val="006E99"/>
    <a:srgbClr val="009BD6"/>
    <a:srgbClr val="1E5691"/>
    <a:srgbClr val="DDF6FF"/>
    <a:srgbClr val="F58400"/>
    <a:srgbClr val="FF3300"/>
    <a:srgbClr val="FFFFFF"/>
    <a:srgbClr val="0084B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660B408-B3CF-4A94-85FC-2B1E0A45F4A2}" styleName="어두운 스타일 2 - 강조 1/강조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569" autoAdjust="0"/>
    <p:restoredTop sz="97430" autoAdjust="0"/>
  </p:normalViewPr>
  <p:slideViewPr>
    <p:cSldViewPr snapToGrid="0">
      <p:cViewPr varScale="1">
        <p:scale>
          <a:sx n="400" d="100"/>
          <a:sy n="400" d="100"/>
        </p:scale>
        <p:origin x="2892" y="1176"/>
      </p:cViewPr>
      <p:guideLst>
        <p:guide orient="horz" pos="567"/>
        <p:guide orient="horz" pos="201"/>
        <p:guide orient="horz" pos="1042"/>
        <p:guide pos="1021"/>
        <p:guide pos="132"/>
        <p:guide pos="1909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2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8" y="2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/>
          <a:lstStyle>
            <a:lvl1pPr algn="r">
              <a:defRPr sz="1300"/>
            </a:lvl1pPr>
          </a:lstStyle>
          <a:p>
            <a:fld id="{F929F65E-AEE7-45C5-814B-4468CAF1E537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07988" y="1241425"/>
            <a:ext cx="6042025" cy="33575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05" tIns="45703" rIns="91405" bIns="45703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786311"/>
            <a:ext cx="5486400" cy="3916364"/>
          </a:xfrm>
          <a:prstGeom prst="rect">
            <a:avLst/>
          </a:prstGeom>
        </p:spPr>
        <p:txBody>
          <a:bodyPr vert="horz" lIns="91405" tIns="45703" rIns="91405" bIns="45703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47214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8" y="9447214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 anchor="b"/>
          <a:lstStyle>
            <a:lvl1pPr algn="r">
              <a:defRPr sz="1300"/>
            </a:lvl1pPr>
          </a:lstStyle>
          <a:p>
            <a:fld id="{6A73BE5E-839E-45D1-B8A5-13B23A945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12117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1pPr>
    <a:lvl2pPr marL="83723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2pPr>
    <a:lvl3pPr marL="167445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3pPr>
    <a:lvl4pPr marL="251168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4pPr>
    <a:lvl5pPr marL="334890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5pPr>
    <a:lvl6pPr marL="418613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6pPr>
    <a:lvl7pPr marL="502335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7pPr>
    <a:lvl8pPr marL="586058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8pPr>
    <a:lvl9pPr marL="669781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05011" y="294620"/>
            <a:ext cx="2430066" cy="626745"/>
          </a:xfrm>
        </p:spPr>
        <p:txBody>
          <a:bodyPr anchor="b"/>
          <a:lstStyle>
            <a:lvl1pPr algn="ctr">
              <a:defRPr sz="157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05011" y="945535"/>
            <a:ext cx="2430066" cy="434638"/>
          </a:xfrm>
        </p:spPr>
        <p:txBody>
          <a:bodyPr/>
          <a:lstStyle>
            <a:lvl1pPr marL="0" indent="0" algn="ctr">
              <a:buNone/>
              <a:defRPr sz="630"/>
            </a:lvl1pPr>
            <a:lvl2pPr marL="120015" indent="0" algn="ctr">
              <a:buNone/>
              <a:defRPr sz="525"/>
            </a:lvl2pPr>
            <a:lvl3pPr marL="240030" indent="0" algn="ctr">
              <a:buNone/>
              <a:defRPr sz="472"/>
            </a:lvl3pPr>
            <a:lvl4pPr marL="360045" indent="0" algn="ctr">
              <a:buNone/>
              <a:defRPr sz="420"/>
            </a:lvl4pPr>
            <a:lvl5pPr marL="480060" indent="0" algn="ctr">
              <a:buNone/>
              <a:defRPr sz="420"/>
            </a:lvl5pPr>
            <a:lvl6pPr marL="600075" indent="0" algn="ctr">
              <a:buNone/>
              <a:defRPr sz="420"/>
            </a:lvl6pPr>
            <a:lvl7pPr marL="720090" indent="0" algn="ctr">
              <a:buNone/>
              <a:defRPr sz="420"/>
            </a:lvl7pPr>
            <a:lvl8pPr marL="840105" indent="0" algn="ctr">
              <a:buNone/>
              <a:defRPr sz="420"/>
            </a:lvl8pPr>
            <a:lvl9pPr marL="960120" indent="0" algn="ctr">
              <a:buNone/>
              <a:defRPr sz="42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3758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40034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1068" y="448807"/>
            <a:ext cx="2794576" cy="748843"/>
          </a:xfrm>
        </p:spPr>
        <p:txBody>
          <a:bodyPr anchor="b"/>
          <a:lstStyle>
            <a:lvl1pPr>
              <a:defRPr sz="157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1068" y="1204734"/>
            <a:ext cx="2794576" cy="393799"/>
          </a:xfrm>
        </p:spPr>
        <p:txBody>
          <a:bodyPr/>
          <a:lstStyle>
            <a:lvl1pPr marL="0" indent="0">
              <a:buNone/>
              <a:defRPr sz="630">
                <a:solidFill>
                  <a:schemeClr val="tx1">
                    <a:tint val="75000"/>
                  </a:schemeClr>
                </a:solidFill>
              </a:defRPr>
            </a:lvl1pPr>
            <a:lvl2pPr marL="120015" indent="0">
              <a:buNone/>
              <a:defRPr sz="525">
                <a:solidFill>
                  <a:schemeClr val="tx1">
                    <a:tint val="75000"/>
                  </a:schemeClr>
                </a:solidFill>
              </a:defRPr>
            </a:lvl2pPr>
            <a:lvl3pPr marL="240030" indent="0">
              <a:buNone/>
              <a:defRPr sz="472">
                <a:solidFill>
                  <a:schemeClr val="tx1">
                    <a:tint val="75000"/>
                  </a:schemeClr>
                </a:solidFill>
              </a:defRPr>
            </a:lvl3pPr>
            <a:lvl4pPr marL="36004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4pPr>
            <a:lvl5pPr marL="48006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5pPr>
            <a:lvl6pPr marL="60007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6pPr>
            <a:lvl7pPr marL="72009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7pPr>
            <a:lvl8pPr marL="84010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8pPr>
            <a:lvl9pPr marL="96012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48713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2756" y="479227"/>
            <a:ext cx="1377037" cy="114222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40295" y="479227"/>
            <a:ext cx="1377037" cy="114222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59103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78" y="95846"/>
            <a:ext cx="2794576" cy="34796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78" y="441305"/>
            <a:ext cx="1370709" cy="216277"/>
          </a:xfrm>
        </p:spPr>
        <p:txBody>
          <a:bodyPr anchor="b"/>
          <a:lstStyle>
            <a:lvl1pPr marL="0" indent="0">
              <a:buNone/>
              <a:defRPr sz="630" b="1"/>
            </a:lvl1pPr>
            <a:lvl2pPr marL="120015" indent="0">
              <a:buNone/>
              <a:defRPr sz="525" b="1"/>
            </a:lvl2pPr>
            <a:lvl3pPr marL="240030" indent="0">
              <a:buNone/>
              <a:defRPr sz="472" b="1"/>
            </a:lvl3pPr>
            <a:lvl4pPr marL="360045" indent="0">
              <a:buNone/>
              <a:defRPr sz="420" b="1"/>
            </a:lvl4pPr>
            <a:lvl5pPr marL="480060" indent="0">
              <a:buNone/>
              <a:defRPr sz="420" b="1"/>
            </a:lvl5pPr>
            <a:lvl6pPr marL="600075" indent="0">
              <a:buNone/>
              <a:defRPr sz="420" b="1"/>
            </a:lvl6pPr>
            <a:lvl7pPr marL="720090" indent="0">
              <a:buNone/>
              <a:defRPr sz="420" b="1"/>
            </a:lvl7pPr>
            <a:lvl8pPr marL="840105" indent="0">
              <a:buNone/>
              <a:defRPr sz="420" b="1"/>
            </a:lvl8pPr>
            <a:lvl9pPr marL="960120" indent="0">
              <a:buNone/>
              <a:defRPr sz="42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3178" y="657582"/>
            <a:ext cx="1370709" cy="96720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40295" y="441305"/>
            <a:ext cx="1377459" cy="216277"/>
          </a:xfrm>
        </p:spPr>
        <p:txBody>
          <a:bodyPr anchor="b"/>
          <a:lstStyle>
            <a:lvl1pPr marL="0" indent="0">
              <a:buNone/>
              <a:defRPr sz="630" b="1"/>
            </a:lvl1pPr>
            <a:lvl2pPr marL="120015" indent="0">
              <a:buNone/>
              <a:defRPr sz="525" b="1"/>
            </a:lvl2pPr>
            <a:lvl3pPr marL="240030" indent="0">
              <a:buNone/>
              <a:defRPr sz="472" b="1"/>
            </a:lvl3pPr>
            <a:lvl4pPr marL="360045" indent="0">
              <a:buNone/>
              <a:defRPr sz="420" b="1"/>
            </a:lvl4pPr>
            <a:lvl5pPr marL="480060" indent="0">
              <a:buNone/>
              <a:defRPr sz="420" b="1"/>
            </a:lvl5pPr>
            <a:lvl6pPr marL="600075" indent="0">
              <a:buNone/>
              <a:defRPr sz="420" b="1"/>
            </a:lvl6pPr>
            <a:lvl7pPr marL="720090" indent="0">
              <a:buNone/>
              <a:defRPr sz="420" b="1"/>
            </a:lvl7pPr>
            <a:lvl8pPr marL="840105" indent="0">
              <a:buNone/>
              <a:defRPr sz="420" b="1"/>
            </a:lvl8pPr>
            <a:lvl9pPr marL="960120" indent="0">
              <a:buNone/>
              <a:defRPr sz="42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40295" y="657582"/>
            <a:ext cx="1377459" cy="96720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40502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63434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57383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78" y="120015"/>
            <a:ext cx="1045013" cy="420053"/>
          </a:xfrm>
        </p:spPr>
        <p:txBody>
          <a:bodyPr anchor="b"/>
          <a:lstStyle>
            <a:lvl1pPr>
              <a:defRPr sz="84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77459" y="259199"/>
            <a:ext cx="1640295" cy="1279327"/>
          </a:xfrm>
        </p:spPr>
        <p:txBody>
          <a:bodyPr/>
          <a:lstStyle>
            <a:lvl1pPr>
              <a:defRPr sz="840"/>
            </a:lvl1pPr>
            <a:lvl2pPr>
              <a:defRPr sz="735"/>
            </a:lvl2pPr>
            <a:lvl3pPr>
              <a:defRPr sz="630"/>
            </a:lvl3pPr>
            <a:lvl4pPr>
              <a:defRPr sz="525"/>
            </a:lvl4pPr>
            <a:lvl5pPr>
              <a:defRPr sz="525"/>
            </a:lvl5pPr>
            <a:lvl6pPr>
              <a:defRPr sz="525"/>
            </a:lvl6pPr>
            <a:lvl7pPr>
              <a:defRPr sz="525"/>
            </a:lvl7pPr>
            <a:lvl8pPr>
              <a:defRPr sz="525"/>
            </a:lvl8pPr>
            <a:lvl9pPr>
              <a:defRPr sz="525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3178" y="540067"/>
            <a:ext cx="1045013" cy="1000542"/>
          </a:xfrm>
        </p:spPr>
        <p:txBody>
          <a:bodyPr/>
          <a:lstStyle>
            <a:lvl1pPr marL="0" indent="0">
              <a:buNone/>
              <a:defRPr sz="420"/>
            </a:lvl1pPr>
            <a:lvl2pPr marL="120015" indent="0">
              <a:buNone/>
              <a:defRPr sz="368"/>
            </a:lvl2pPr>
            <a:lvl3pPr marL="240030" indent="0">
              <a:buNone/>
              <a:defRPr sz="315"/>
            </a:lvl3pPr>
            <a:lvl4pPr marL="360045" indent="0">
              <a:buNone/>
              <a:defRPr sz="263"/>
            </a:lvl4pPr>
            <a:lvl5pPr marL="480060" indent="0">
              <a:buNone/>
              <a:defRPr sz="263"/>
            </a:lvl5pPr>
            <a:lvl6pPr marL="600075" indent="0">
              <a:buNone/>
              <a:defRPr sz="263"/>
            </a:lvl6pPr>
            <a:lvl7pPr marL="720090" indent="0">
              <a:buNone/>
              <a:defRPr sz="263"/>
            </a:lvl7pPr>
            <a:lvl8pPr marL="840105" indent="0">
              <a:buNone/>
              <a:defRPr sz="263"/>
            </a:lvl8pPr>
            <a:lvl9pPr marL="960120" indent="0">
              <a:buNone/>
              <a:defRPr sz="26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56585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78" y="120015"/>
            <a:ext cx="1045013" cy="420053"/>
          </a:xfrm>
        </p:spPr>
        <p:txBody>
          <a:bodyPr anchor="b"/>
          <a:lstStyle>
            <a:lvl1pPr>
              <a:defRPr sz="84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7459" y="259199"/>
            <a:ext cx="1640295" cy="1279327"/>
          </a:xfrm>
        </p:spPr>
        <p:txBody>
          <a:bodyPr anchor="t"/>
          <a:lstStyle>
            <a:lvl1pPr marL="0" indent="0">
              <a:buNone/>
              <a:defRPr sz="840"/>
            </a:lvl1pPr>
            <a:lvl2pPr marL="120015" indent="0">
              <a:buNone/>
              <a:defRPr sz="735"/>
            </a:lvl2pPr>
            <a:lvl3pPr marL="240030" indent="0">
              <a:buNone/>
              <a:defRPr sz="630"/>
            </a:lvl3pPr>
            <a:lvl4pPr marL="360045" indent="0">
              <a:buNone/>
              <a:defRPr sz="525"/>
            </a:lvl4pPr>
            <a:lvl5pPr marL="480060" indent="0">
              <a:buNone/>
              <a:defRPr sz="525"/>
            </a:lvl5pPr>
            <a:lvl6pPr marL="600075" indent="0">
              <a:buNone/>
              <a:defRPr sz="525"/>
            </a:lvl6pPr>
            <a:lvl7pPr marL="720090" indent="0">
              <a:buNone/>
              <a:defRPr sz="525"/>
            </a:lvl7pPr>
            <a:lvl8pPr marL="840105" indent="0">
              <a:buNone/>
              <a:defRPr sz="525"/>
            </a:lvl8pPr>
            <a:lvl9pPr marL="960120" indent="0">
              <a:buNone/>
              <a:defRPr sz="525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3178" y="540067"/>
            <a:ext cx="1045013" cy="1000542"/>
          </a:xfrm>
        </p:spPr>
        <p:txBody>
          <a:bodyPr/>
          <a:lstStyle>
            <a:lvl1pPr marL="0" indent="0">
              <a:buNone/>
              <a:defRPr sz="420"/>
            </a:lvl1pPr>
            <a:lvl2pPr marL="120015" indent="0">
              <a:buNone/>
              <a:defRPr sz="368"/>
            </a:lvl2pPr>
            <a:lvl3pPr marL="240030" indent="0">
              <a:buNone/>
              <a:defRPr sz="315"/>
            </a:lvl3pPr>
            <a:lvl4pPr marL="360045" indent="0">
              <a:buNone/>
              <a:defRPr sz="263"/>
            </a:lvl4pPr>
            <a:lvl5pPr marL="480060" indent="0">
              <a:buNone/>
              <a:defRPr sz="263"/>
            </a:lvl5pPr>
            <a:lvl6pPr marL="600075" indent="0">
              <a:buNone/>
              <a:defRPr sz="263"/>
            </a:lvl6pPr>
            <a:lvl7pPr marL="720090" indent="0">
              <a:buNone/>
              <a:defRPr sz="263"/>
            </a:lvl7pPr>
            <a:lvl8pPr marL="840105" indent="0">
              <a:buNone/>
              <a:defRPr sz="263"/>
            </a:lvl8pPr>
            <a:lvl9pPr marL="960120" indent="0">
              <a:buNone/>
              <a:defRPr sz="26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52496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00279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318688" y="95846"/>
            <a:ext cx="698644" cy="152560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2756" y="95846"/>
            <a:ext cx="2055431" cy="152560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53960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E62ED5C-FF61-A53B-4625-47CAC86DF448}"/>
              </a:ext>
            </a:extLst>
          </p:cNvPr>
          <p:cNvSpPr/>
          <p:nvPr userDrawn="1"/>
        </p:nvSpPr>
        <p:spPr>
          <a:xfrm>
            <a:off x="1" y="0"/>
            <a:ext cx="3246839" cy="1800225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0793EE-E7D0-EF83-74D1-BEF25BB9304F}"/>
              </a:ext>
            </a:extLst>
          </p:cNvPr>
          <p:cNvSpPr/>
          <p:nvPr userDrawn="1"/>
        </p:nvSpPr>
        <p:spPr>
          <a:xfrm>
            <a:off x="29909" y="30482"/>
            <a:ext cx="3182265" cy="17284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/>
          </a:p>
        </p:txBody>
      </p:sp>
      <p:pic>
        <p:nvPicPr>
          <p:cNvPr id="9" name="Picture 1">
            <a:extLst>
              <a:ext uri="{FF2B5EF4-FFF2-40B4-BE49-F238E27FC236}">
                <a16:creationId xmlns:a16="http://schemas.microsoft.com/office/drawing/2014/main" id="{5C76C7A1-71AE-1C7D-2C36-7DEA1D47FF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790825" y="81588"/>
            <a:ext cx="363162" cy="203042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9BA0C91-E2D0-A166-2BE8-3501CE9BABF8}"/>
              </a:ext>
            </a:extLst>
          </p:cNvPr>
          <p:cNvSpPr txBox="1"/>
          <p:nvPr userDrawn="1"/>
        </p:nvSpPr>
        <p:spPr>
          <a:xfrm>
            <a:off x="2098273" y="1569905"/>
            <a:ext cx="1141815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5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진료지원간호팀</a:t>
            </a:r>
            <a:endParaRPr lang="ko-KR" altLang="en-US" sz="600" b="1" dirty="0">
              <a:solidFill>
                <a:srgbClr val="4472C4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445135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67">
          <p15:clr>
            <a:srgbClr val="FBAE40"/>
          </p15:clr>
        </p15:guide>
        <p15:guide id="2" pos="102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E62ED5C-FF61-A53B-4625-47CAC86DF448}"/>
              </a:ext>
            </a:extLst>
          </p:cNvPr>
          <p:cNvSpPr/>
          <p:nvPr userDrawn="1"/>
        </p:nvSpPr>
        <p:spPr>
          <a:xfrm>
            <a:off x="1" y="0"/>
            <a:ext cx="3246839" cy="1800225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0793EE-E7D0-EF83-74D1-BEF25BB9304F}"/>
              </a:ext>
            </a:extLst>
          </p:cNvPr>
          <p:cNvSpPr/>
          <p:nvPr userDrawn="1"/>
        </p:nvSpPr>
        <p:spPr>
          <a:xfrm>
            <a:off x="45477" y="17494"/>
            <a:ext cx="3154111" cy="17645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/>
          </a:p>
        </p:txBody>
      </p:sp>
      <p:pic>
        <p:nvPicPr>
          <p:cNvPr id="9" name="Picture 1">
            <a:extLst>
              <a:ext uri="{FF2B5EF4-FFF2-40B4-BE49-F238E27FC236}">
                <a16:creationId xmlns:a16="http://schemas.microsoft.com/office/drawing/2014/main" id="{5C76C7A1-71AE-1C7D-2C36-7DEA1D47FF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829499" y="29235"/>
            <a:ext cx="324488" cy="7561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3256578-F800-6850-5D6B-02ED7EBACB52}"/>
              </a:ext>
            </a:extLst>
          </p:cNvPr>
          <p:cNvSpPr txBox="1"/>
          <p:nvPr userDrawn="1"/>
        </p:nvSpPr>
        <p:spPr>
          <a:xfrm>
            <a:off x="2890773" y="1686920"/>
            <a:ext cx="263214" cy="1231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진료지원간호팀</a:t>
            </a:r>
            <a:endParaRPr lang="en-US" altLang="ko-KR" sz="100" b="1" dirty="0">
              <a:solidFill>
                <a:srgbClr val="4472C4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algn="r"/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이비인후과</a:t>
            </a:r>
          </a:p>
        </p:txBody>
      </p:sp>
    </p:spTree>
    <p:extLst>
      <p:ext uri="{BB962C8B-B14F-4D97-AF65-F5344CB8AC3E}">
        <p14:creationId xmlns:p14="http://schemas.microsoft.com/office/powerpoint/2010/main" val="27373035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67" userDrawn="1">
          <p15:clr>
            <a:srgbClr val="FBAE40"/>
          </p15:clr>
        </p15:guide>
        <p15:guide id="2" pos="1021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E62ED5C-FF61-A53B-4625-47CAC86DF448}"/>
              </a:ext>
            </a:extLst>
          </p:cNvPr>
          <p:cNvSpPr/>
          <p:nvPr userDrawn="1"/>
        </p:nvSpPr>
        <p:spPr>
          <a:xfrm>
            <a:off x="1" y="0"/>
            <a:ext cx="3246839" cy="1800225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0793EE-E7D0-EF83-74D1-BEF25BB9304F}"/>
              </a:ext>
            </a:extLst>
          </p:cNvPr>
          <p:cNvSpPr/>
          <p:nvPr userDrawn="1"/>
        </p:nvSpPr>
        <p:spPr>
          <a:xfrm>
            <a:off x="45477" y="17494"/>
            <a:ext cx="3154111" cy="17645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pic>
        <p:nvPicPr>
          <p:cNvPr id="9" name="Picture 1">
            <a:extLst>
              <a:ext uri="{FF2B5EF4-FFF2-40B4-BE49-F238E27FC236}">
                <a16:creationId xmlns:a16="http://schemas.microsoft.com/office/drawing/2014/main" id="{5C76C7A1-71AE-1C7D-2C36-7DEA1D47FF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827923" y="29235"/>
            <a:ext cx="324488" cy="7561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AD82B35-E786-6435-BBDD-C02B0C93E120}"/>
              </a:ext>
            </a:extLst>
          </p:cNvPr>
          <p:cNvSpPr txBox="1"/>
          <p:nvPr userDrawn="1"/>
        </p:nvSpPr>
        <p:spPr>
          <a:xfrm>
            <a:off x="2863523" y="1707219"/>
            <a:ext cx="290464" cy="1077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이비인후과 </a:t>
            </a:r>
            <a:r>
              <a:rPr lang="en-US" altLang="ko-KR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131</a:t>
            </a:r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병동</a:t>
            </a:r>
          </a:p>
        </p:txBody>
      </p:sp>
    </p:spTree>
    <p:extLst>
      <p:ext uri="{BB962C8B-B14F-4D97-AF65-F5344CB8AC3E}">
        <p14:creationId xmlns:p14="http://schemas.microsoft.com/office/powerpoint/2010/main" val="5013630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67" userDrawn="1">
          <p15:clr>
            <a:srgbClr val="FBAE40"/>
          </p15:clr>
        </p15:guide>
        <p15:guide id="2" pos="1021" userDrawn="1">
          <p15:clr>
            <a:srgbClr val="FBAE40"/>
          </p15:clr>
        </p15:guide>
        <p15:guide id="3" orient="horz" pos="6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2756" y="95846"/>
            <a:ext cx="2794576" cy="3479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2756" y="479227"/>
            <a:ext cx="2794576" cy="11422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2756" y="1668542"/>
            <a:ext cx="729020" cy="958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9F34B4-7175-41BD-B98B-2E7021201D7D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73279" y="1668542"/>
            <a:ext cx="1093530" cy="958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288312" y="1668542"/>
            <a:ext cx="729020" cy="958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26594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1" r:id="rId1"/>
    <p:sldLayoutId id="2147483872" r:id="rId2"/>
    <p:sldLayoutId id="2147483873" r:id="rId3"/>
    <p:sldLayoutId id="2147483874" r:id="rId4"/>
    <p:sldLayoutId id="2147483875" r:id="rId5"/>
    <p:sldLayoutId id="2147483876" r:id="rId6"/>
    <p:sldLayoutId id="2147483877" r:id="rId7"/>
    <p:sldLayoutId id="2147483878" r:id="rId8"/>
    <p:sldLayoutId id="2147483879" r:id="rId9"/>
    <p:sldLayoutId id="2147483880" r:id="rId10"/>
    <p:sldLayoutId id="2147483881" r:id="rId11"/>
    <p:sldLayoutId id="2147483882" r:id="rId12"/>
    <p:sldLayoutId id="2147483790" r:id="rId13"/>
    <p:sldLayoutId id="2147483789" r:id="rId14"/>
  </p:sldLayoutIdLst>
  <p:txStyles>
    <p:titleStyle>
      <a:lvl1pPr algn="l" defTabSz="240030" rtl="0" eaLnBrk="1" latinLnBrk="1" hangingPunct="1">
        <a:lnSpc>
          <a:spcPct val="90000"/>
        </a:lnSpc>
        <a:spcBef>
          <a:spcPct val="0"/>
        </a:spcBef>
        <a:buNone/>
        <a:defRPr sz="115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0008" indent="-60008" algn="l" defTabSz="240030" rtl="0" eaLnBrk="1" latinLnBrk="1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735" kern="1200">
          <a:solidFill>
            <a:schemeClr val="tx1"/>
          </a:solidFill>
          <a:latin typeface="+mn-lt"/>
          <a:ea typeface="+mn-ea"/>
          <a:cs typeface="+mn-cs"/>
        </a:defRPr>
      </a:lvl1pPr>
      <a:lvl2pPr marL="18002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630" kern="1200">
          <a:solidFill>
            <a:schemeClr val="tx1"/>
          </a:solidFill>
          <a:latin typeface="+mn-lt"/>
          <a:ea typeface="+mn-ea"/>
          <a:cs typeface="+mn-cs"/>
        </a:defRPr>
      </a:lvl2pPr>
      <a:lvl3pPr marL="30003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525" kern="1200">
          <a:solidFill>
            <a:schemeClr val="tx1"/>
          </a:solidFill>
          <a:latin typeface="+mn-lt"/>
          <a:ea typeface="+mn-ea"/>
          <a:cs typeface="+mn-cs"/>
        </a:defRPr>
      </a:lvl3pPr>
      <a:lvl4pPr marL="42005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4pPr>
      <a:lvl5pPr marL="54006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5pPr>
      <a:lvl6pPr marL="66008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6pPr>
      <a:lvl7pPr marL="78009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7pPr>
      <a:lvl8pPr marL="90011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8pPr>
      <a:lvl9pPr marL="102012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1pPr>
      <a:lvl2pPr marL="12001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2pPr>
      <a:lvl3pPr marL="24003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3pPr>
      <a:lvl4pPr marL="36004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4pPr>
      <a:lvl5pPr marL="48006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5pPr>
      <a:lvl6pPr marL="60007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6pPr>
      <a:lvl7pPr marL="72009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7pPr>
      <a:lvl8pPr marL="84010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8pPr>
      <a:lvl9pPr marL="96012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67" userDrawn="1">
          <p15:clr>
            <a:srgbClr val="F26B43"/>
          </p15:clr>
        </p15:guide>
        <p15:guide id="2" pos="102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1BF69-B73E-E52D-A273-34695C83C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C74A5D6-3A56-B177-2B3C-9C02CC585860}"/>
              </a:ext>
            </a:extLst>
          </p:cNvPr>
          <p:cNvSpPr txBox="1"/>
          <p:nvPr/>
        </p:nvSpPr>
        <p:spPr>
          <a:xfrm>
            <a:off x="-706687" y="54245"/>
            <a:ext cx="2717302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1474189-057B-B9B1-6224-A28E5BF62A39}"/>
              </a:ext>
            </a:extLst>
          </p:cNvPr>
          <p:cNvSpPr txBox="1"/>
          <p:nvPr/>
        </p:nvSpPr>
        <p:spPr>
          <a:xfrm>
            <a:off x="173830" y="443776"/>
            <a:ext cx="2682145" cy="9541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응급(10): “10은 전화 먼저 + 끝나면 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A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D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1줄”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ko-KR" altLang="en-US" sz="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정보성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입원·검사·자가약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): “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A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(보고)/12 → 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D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(확인완료)”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ko-KR" altLang="en-US" sz="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도움/교육 요청: “교육요청은 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QR에서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1번”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ko-KR" altLang="en-US" sz="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익명함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/칭찬: “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불편·제안·칭찬은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앞면 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QR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(비난 금지)”</a:t>
            </a:r>
          </a:p>
        </p:txBody>
      </p:sp>
    </p:spTree>
    <p:extLst>
      <p:ext uri="{BB962C8B-B14F-4D97-AF65-F5344CB8AC3E}">
        <p14:creationId xmlns:p14="http://schemas.microsoft.com/office/powerpoint/2010/main" val="41615606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B6F53A-0430-F559-16AC-1CB94B362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3B48094-EFC1-0AB1-39EA-73E54998CC36}"/>
              </a:ext>
            </a:extLst>
          </p:cNvPr>
          <p:cNvSpPr txBox="1"/>
          <p:nvPr/>
        </p:nvSpPr>
        <p:spPr>
          <a:xfrm>
            <a:off x="-706687" y="54245"/>
            <a:ext cx="2717302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1F63B78-2249-82DE-7187-1069C91C5123}"/>
              </a:ext>
            </a:extLst>
          </p:cNvPr>
          <p:cNvSpPr txBox="1"/>
          <p:nvPr/>
        </p:nvSpPr>
        <p:spPr>
          <a:xfrm>
            <a:off x="173830" y="443776"/>
            <a:ext cx="2682145" cy="9541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응급(10): “10은 전화 먼저 + 끝나면 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A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D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1줄”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ko-KR" altLang="en-US" sz="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정보성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입원·검사·자가약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): “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A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(보고)/12 → 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D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(확인완료)”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ko-KR" altLang="en-US" sz="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도움/교육 요청: “교육요청은 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QR에서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1번”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ko-KR" altLang="en-US" sz="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익명함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/칭찬: “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불편·제안·칭찬은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앞면 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QR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(비난 금지)”</a:t>
            </a:r>
          </a:p>
        </p:txBody>
      </p:sp>
    </p:spTree>
    <p:extLst>
      <p:ext uri="{BB962C8B-B14F-4D97-AF65-F5344CB8AC3E}">
        <p14:creationId xmlns:p14="http://schemas.microsoft.com/office/powerpoint/2010/main" val="25497085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43C75-3C33-BBC3-E6C9-8240D1A5F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A900376-78B0-AE26-3502-FF380BB4DCC5}"/>
              </a:ext>
            </a:extLst>
          </p:cNvPr>
          <p:cNvSpPr txBox="1"/>
          <p:nvPr/>
        </p:nvSpPr>
        <p:spPr>
          <a:xfrm>
            <a:off x="-706687" y="54245"/>
            <a:ext cx="2717302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A9CB271-6F6E-7134-0EB6-3D48C6824CCF}"/>
              </a:ext>
            </a:extLst>
          </p:cNvPr>
          <p:cNvSpPr txBox="1"/>
          <p:nvPr/>
        </p:nvSpPr>
        <p:spPr>
          <a:xfrm>
            <a:off x="173830" y="443776"/>
            <a:ext cx="2682145" cy="9541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응급(10): “10은 전화 먼저 + 끝나면 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A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D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1줄”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ko-KR" altLang="en-US" sz="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정보성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입원·검사·자가약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): “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A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(보고)/12 → 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D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(확인완료)”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ko-KR" altLang="en-US" sz="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도움/교육 요청: “교육요청은 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QR에서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1번”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ko-KR" altLang="en-US" sz="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익명함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/칭찬: “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불편·제안·칭찬은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앞면 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QR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(비난 금지)”</a:t>
            </a:r>
          </a:p>
        </p:txBody>
      </p:sp>
    </p:spTree>
    <p:extLst>
      <p:ext uri="{BB962C8B-B14F-4D97-AF65-F5344CB8AC3E}">
        <p14:creationId xmlns:p14="http://schemas.microsoft.com/office/powerpoint/2010/main" val="21516408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6371BF-37B0-1B12-AFF9-CA4F44D40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1E49035-D2FB-5CD3-47D4-8B89FF8921A6}"/>
              </a:ext>
            </a:extLst>
          </p:cNvPr>
          <p:cNvSpPr txBox="1"/>
          <p:nvPr/>
        </p:nvSpPr>
        <p:spPr>
          <a:xfrm>
            <a:off x="-706687" y="54245"/>
            <a:ext cx="2717302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C886F30-AF10-2656-EADE-35846D6D76A5}"/>
              </a:ext>
            </a:extLst>
          </p:cNvPr>
          <p:cNvSpPr txBox="1"/>
          <p:nvPr/>
        </p:nvSpPr>
        <p:spPr>
          <a:xfrm>
            <a:off x="173830" y="443776"/>
            <a:ext cx="2682145" cy="9541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응급(10): “10은 전화 먼저 + 끝나면 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A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D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1줄”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ko-KR" altLang="en-US" sz="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정보성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입원·검사·자가약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): “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A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(보고)/12 → 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D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(확인완료)”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ko-KR" altLang="en-US" sz="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도움/교육 요청: “교육요청은 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QR에서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1번”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ko-KR" altLang="en-US" sz="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익명함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/칭찬: “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불편·제안·칭찬은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앞면 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QR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(비난 금지)”</a:t>
            </a:r>
          </a:p>
        </p:txBody>
      </p:sp>
    </p:spTree>
    <p:extLst>
      <p:ext uri="{BB962C8B-B14F-4D97-AF65-F5344CB8AC3E}">
        <p14:creationId xmlns:p14="http://schemas.microsoft.com/office/powerpoint/2010/main" val="27392777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35EBF-BDE0-7710-9F14-363DE5E2F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4FCD625-F5D9-35BF-F076-2C2A26549467}"/>
              </a:ext>
            </a:extLst>
          </p:cNvPr>
          <p:cNvSpPr txBox="1"/>
          <p:nvPr/>
        </p:nvSpPr>
        <p:spPr>
          <a:xfrm>
            <a:off x="-706687" y="54245"/>
            <a:ext cx="2717302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B16B618-DC08-86B4-A0DA-966A43AB3748}"/>
              </a:ext>
            </a:extLst>
          </p:cNvPr>
          <p:cNvSpPr txBox="1"/>
          <p:nvPr/>
        </p:nvSpPr>
        <p:spPr>
          <a:xfrm>
            <a:off x="173830" y="443776"/>
            <a:ext cx="2682145" cy="9541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응급(10): “10은 전화 먼저 + 끝나면 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A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D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1줄”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ko-KR" altLang="en-US" sz="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정보성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입원·검사·자가약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): “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A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(보고)/12 → 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D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(확인완료)”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ko-KR" altLang="en-US" sz="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도움/교육 요청: “교육요청은 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QR에서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1번”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ko-KR" altLang="en-US" sz="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익명함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/칭찬: “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불편·제안·칭찬은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앞면 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QR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(비난 금지)”</a:t>
            </a:r>
          </a:p>
        </p:txBody>
      </p:sp>
    </p:spTree>
    <p:extLst>
      <p:ext uri="{BB962C8B-B14F-4D97-AF65-F5344CB8AC3E}">
        <p14:creationId xmlns:p14="http://schemas.microsoft.com/office/powerpoint/2010/main" val="4643224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4B5E4-3E46-1F1D-D256-94661423C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AEE5029-A646-236D-DE54-A8709FB8A747}"/>
              </a:ext>
            </a:extLst>
          </p:cNvPr>
          <p:cNvSpPr txBox="1"/>
          <p:nvPr/>
        </p:nvSpPr>
        <p:spPr>
          <a:xfrm>
            <a:off x="-706687" y="54245"/>
            <a:ext cx="2717302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DCFD04E-7063-AFD6-86B9-3DA157A2CC78}"/>
              </a:ext>
            </a:extLst>
          </p:cNvPr>
          <p:cNvSpPr txBox="1"/>
          <p:nvPr/>
        </p:nvSpPr>
        <p:spPr>
          <a:xfrm>
            <a:off x="173830" y="443776"/>
            <a:ext cx="2682145" cy="9541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응급(10): “10은 전화 먼저 + 끝나면 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A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D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1줄”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ko-KR" altLang="en-US" sz="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정보성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입원·검사·자가약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): “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A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(보고)/12 → 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D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(확인완료)”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ko-KR" altLang="en-US" sz="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도움/교육 요청: “교육요청은 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QR에서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1번”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ko-KR" altLang="en-US" sz="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익명함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/칭찬: “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불편·제안·칭찬은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앞면 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QR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(비난 금지)”</a:t>
            </a:r>
          </a:p>
        </p:txBody>
      </p:sp>
    </p:spTree>
    <p:extLst>
      <p:ext uri="{BB962C8B-B14F-4D97-AF65-F5344CB8AC3E}">
        <p14:creationId xmlns:p14="http://schemas.microsoft.com/office/powerpoint/2010/main" val="15768763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3360</TotalTime>
  <Words>408</Words>
  <Application>Microsoft Office PowerPoint</Application>
  <PresentationFormat>사용자 지정</PresentationFormat>
  <Paragraphs>48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4" baseType="lpstr">
      <vt:lpstr>KoPub돋움체 Bold</vt:lpstr>
      <vt:lpstr>KoPub돋움체 Light</vt:lpstr>
      <vt:lpstr>맑은 고딕</vt:lpstr>
      <vt:lpstr>Arial</vt:lpstr>
      <vt:lpstr>Calibri</vt:lpstr>
      <vt:lpstr>Calibri Light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라희 임</dc:creator>
  <cp:lastModifiedBy>성민 임</cp:lastModifiedBy>
  <cp:revision>2232</cp:revision>
  <cp:lastPrinted>2026-02-28T13:45:48Z</cp:lastPrinted>
  <dcterms:created xsi:type="dcterms:W3CDTF">2025-05-04T13:56:03Z</dcterms:created>
  <dcterms:modified xsi:type="dcterms:W3CDTF">2026-03-08T12:42:18Z</dcterms:modified>
</cp:coreProperties>
</file>