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337" d="100"/>
          <a:sy n="337" d="100"/>
        </p:scale>
        <p:origin x="1776" y="252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8410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786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80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996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1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679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72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67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563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31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860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72" y="30483"/>
            <a:ext cx="3146404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59375" y="8158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74628" y="1569906"/>
            <a:ext cx="112894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730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74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4A5D6-3A56-B177-2B3C-9C02CC585860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474189-057B-B9B1-6224-A28E5BF62A39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715BC-D383-FE04-A967-B1CE24C4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054BB9-70FA-24E4-D3E0-B9B521D74FC0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AEEE9B-DADF-6D19-BB8E-452D313600DC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89280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0A7F2-B36B-31C2-B685-94C39137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1BC9AB-C143-302D-6720-D3C1BEA283F0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85297-2FBA-81AB-4BD5-542D4D14E38B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12201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636C1-2613-7B52-79FE-583FA04A3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28E5A7-5C6C-CE45-1ACA-5BA990581721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573C04-F17A-19A1-8042-788CD0F78FC6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3540984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76B01-C7BA-CC25-0F4C-49D3A8DEC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18BAC6-B3A8-9354-E61D-15F05C0B9F96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F29FBE-D3EE-15D4-5CBB-19820A082020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143589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85EF-4C32-5D2F-6C87-3429A40E4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3BDE35-9A1C-76A3-0D25-EB286AAC1EF9}"/>
              </a:ext>
            </a:extLst>
          </p:cNvPr>
          <p:cNvSpPr txBox="1"/>
          <p:nvPr/>
        </p:nvSpPr>
        <p:spPr>
          <a:xfrm>
            <a:off x="-724944" y="54246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469937-36F6-7FE9-B788-C48319EFFF5A}"/>
              </a:ext>
            </a:extLst>
          </p:cNvPr>
          <p:cNvSpPr txBox="1"/>
          <p:nvPr/>
        </p:nvSpPr>
        <p:spPr>
          <a:xfrm>
            <a:off x="36673" y="341862"/>
            <a:ext cx="325922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10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1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288311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3361</TotalTime>
  <Words>408</Words>
  <Application>Microsoft Office PowerPoint</Application>
  <PresentationFormat>사용자 지정</PresentationFormat>
  <Paragraphs>48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성민 임</cp:lastModifiedBy>
  <cp:revision>2234</cp:revision>
  <cp:lastPrinted>2026-02-28T13:45:48Z</cp:lastPrinted>
  <dcterms:created xsi:type="dcterms:W3CDTF">2025-05-04T13:56:03Z</dcterms:created>
  <dcterms:modified xsi:type="dcterms:W3CDTF">2026-04-09T12:01:01Z</dcterms:modified>
</cp:coreProperties>
</file>