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308" r:id="rId2"/>
    <p:sldId id="309" r:id="rId3"/>
    <p:sldId id="310" r:id="rId4"/>
    <p:sldId id="311" r:id="rId5"/>
    <p:sldId id="312" r:id="rId6"/>
    <p:sldId id="313" r:id="rId7"/>
  </p:sldIdLst>
  <p:sldSz cx="3203575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946" y="1200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8410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786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80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996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1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679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72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867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563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315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860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74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790" r:id="rId12"/>
    <p:sldLayoutId id="2147483789" r:id="rId13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46" y="1018696"/>
            <a:ext cx="355023" cy="20075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38753" y="1035390"/>
            <a:ext cx="1233714" cy="167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5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07527" y="671882"/>
            <a:ext cx="1090755" cy="2282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9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9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9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89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14015" y="817009"/>
            <a:ext cx="1277778" cy="1673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494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01" y="716227"/>
            <a:ext cx="145755" cy="12727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30965" y="721574"/>
            <a:ext cx="145753" cy="12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464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46" y="1018696"/>
            <a:ext cx="355023" cy="20075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38753" y="1035390"/>
            <a:ext cx="1233714" cy="167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5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07527" y="671882"/>
            <a:ext cx="1090755" cy="2282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9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9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9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89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14015" y="817009"/>
            <a:ext cx="1277778" cy="1673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494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01" y="716227"/>
            <a:ext cx="145755" cy="12727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30965" y="721574"/>
            <a:ext cx="145753" cy="12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75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46" y="1018696"/>
            <a:ext cx="355023" cy="20075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38753" y="1035390"/>
            <a:ext cx="1233714" cy="167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5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07527" y="671882"/>
            <a:ext cx="1090755" cy="2282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9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9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9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89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14015" y="817009"/>
            <a:ext cx="1277778" cy="1673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494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01" y="716227"/>
            <a:ext cx="145755" cy="12727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30965" y="721574"/>
            <a:ext cx="145753" cy="12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89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46" y="1018696"/>
            <a:ext cx="355023" cy="20075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38753" y="1035390"/>
            <a:ext cx="1233714" cy="167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5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07527" y="671882"/>
            <a:ext cx="1090755" cy="2282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9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9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9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89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14015" y="817009"/>
            <a:ext cx="1277778" cy="1673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494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01" y="716227"/>
            <a:ext cx="145755" cy="12727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30965" y="721574"/>
            <a:ext cx="145753" cy="12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9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46" y="1018696"/>
            <a:ext cx="355023" cy="20075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38753" y="1035390"/>
            <a:ext cx="1233714" cy="167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5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07527" y="671882"/>
            <a:ext cx="1090755" cy="2282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9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9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9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89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14015" y="817009"/>
            <a:ext cx="1277778" cy="1673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494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01" y="716227"/>
            <a:ext cx="145755" cy="12727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30965" y="721574"/>
            <a:ext cx="145753" cy="12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31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46" y="1018696"/>
            <a:ext cx="355023" cy="20075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38753" y="1035390"/>
            <a:ext cx="1233714" cy="167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494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5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07527" y="671882"/>
            <a:ext cx="1090755" cy="2282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9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9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9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89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14015" y="817009"/>
            <a:ext cx="1277778" cy="1673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494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494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01" y="716227"/>
            <a:ext cx="145755" cy="12727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30965" y="721574"/>
            <a:ext cx="145753" cy="12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54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3366</TotalTime>
  <Words>90</Words>
  <Application>Microsoft Office PowerPoint</Application>
  <PresentationFormat>사용자 지정</PresentationFormat>
  <Paragraphs>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KoPub돋움체 Bold</vt:lpstr>
      <vt:lpstr>맑은 고딕</vt:lpstr>
      <vt:lpstr>Arial</vt:lpstr>
      <vt:lpstr>Calibri</vt:lpstr>
      <vt:lpstr>Calibri Light</vt:lpstr>
      <vt:lpstr>Franklin Gothic Heavy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rahee</cp:lastModifiedBy>
  <cp:revision>2239</cp:revision>
  <cp:lastPrinted>2026-02-28T13:45:48Z</cp:lastPrinted>
  <dcterms:created xsi:type="dcterms:W3CDTF">2025-05-04T13:56:03Z</dcterms:created>
  <dcterms:modified xsi:type="dcterms:W3CDTF">2026-04-28T17:25:52Z</dcterms:modified>
</cp:coreProperties>
</file>