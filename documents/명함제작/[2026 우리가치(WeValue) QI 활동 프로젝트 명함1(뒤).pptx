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9" r:id="rId1"/>
  </p:sldMasterIdLst>
  <p:notesMasterIdLst>
    <p:notesMasterId r:id="rId8"/>
  </p:notesMasterIdLst>
  <p:sldIdLst>
    <p:sldId id="262" r:id="rId2"/>
    <p:sldId id="263" r:id="rId3"/>
    <p:sldId id="264" r:id="rId4"/>
    <p:sldId id="265" r:id="rId5"/>
    <p:sldId id="266" r:id="rId6"/>
    <p:sldId id="267" r:id="rId7"/>
  </p:sldIdLst>
  <p:sldSz cx="3200400" cy="1800225"/>
  <p:notesSz cx="6858000" cy="994568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5" orient="horz" pos="567" userDrawn="1">
          <p15:clr>
            <a:srgbClr val="A4A3A4"/>
          </p15:clr>
        </p15:guide>
        <p15:guide id="6" orient="horz" pos="201" userDrawn="1">
          <p15:clr>
            <a:srgbClr val="A4A3A4"/>
          </p15:clr>
        </p15:guide>
        <p15:guide id="7" orient="horz" pos="1042" userDrawn="1">
          <p15:clr>
            <a:srgbClr val="A4A3A4"/>
          </p15:clr>
        </p15:guide>
        <p15:guide id="8" pos="1008" userDrawn="1">
          <p15:clr>
            <a:srgbClr val="A4A3A4"/>
          </p15:clr>
        </p15:guide>
        <p15:guide id="9" pos="131" userDrawn="1">
          <p15:clr>
            <a:srgbClr val="A4A3A4"/>
          </p15:clr>
        </p15:guide>
        <p15:guide id="10" pos="188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00"/>
    <a:srgbClr val="F58400"/>
    <a:srgbClr val="E2CFF1"/>
    <a:srgbClr val="CC00FF"/>
    <a:srgbClr val="006E99"/>
    <a:srgbClr val="009BD6"/>
    <a:srgbClr val="1E5691"/>
    <a:srgbClr val="DDF6FF"/>
    <a:srgbClr val="FF33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660B408-B3CF-4A94-85FC-2B1E0A45F4A2}" styleName="어두운 스타일 2 - 강조 1/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951" autoAdjust="0"/>
    <p:restoredTop sz="97430" autoAdjust="0"/>
  </p:normalViewPr>
  <p:slideViewPr>
    <p:cSldViewPr snapToGrid="0">
      <p:cViewPr varScale="1">
        <p:scale>
          <a:sx n="343" d="100"/>
          <a:sy n="343" d="100"/>
        </p:scale>
        <p:origin x="1770" y="252"/>
      </p:cViewPr>
      <p:guideLst>
        <p:guide orient="horz" pos="567"/>
        <p:guide orient="horz" pos="201"/>
        <p:guide orient="horz" pos="1042"/>
        <p:guide pos="1008"/>
        <p:guide pos="131"/>
        <p:guide pos="188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민민 성" userId="cf1f1df607fbac1a" providerId="LiveId" clId="{62935DC1-111A-4C09-9133-0BC00906B812}"/>
    <pc:docChg chg="custSel addSld delSld modSld">
      <pc:chgData name="민민 성" userId="cf1f1df607fbac1a" providerId="LiveId" clId="{62935DC1-111A-4C09-9133-0BC00906B812}" dt="2026-07-11T05:43:11.571" v="8"/>
      <pc:docMkLst>
        <pc:docMk/>
      </pc:docMkLst>
      <pc:sldChg chg="addSp delSp modSp mod modClrScheme chgLayout">
        <pc:chgData name="민민 성" userId="cf1f1df607fbac1a" providerId="LiveId" clId="{62935DC1-111A-4C09-9133-0BC00906B812}" dt="2026-07-11T05:43:05.243" v="3" actId="700"/>
        <pc:sldMkLst>
          <pc:docMk/>
          <pc:sldMk cId="3834611056" sldId="262"/>
        </pc:sldMkLst>
        <pc:spChg chg="del">
          <ac:chgData name="민민 성" userId="cf1f1df607fbac1a" providerId="LiveId" clId="{62935DC1-111A-4C09-9133-0BC00906B812}" dt="2026-07-11T05:42:49.737" v="0" actId="478"/>
          <ac:spMkLst>
            <pc:docMk/>
            <pc:sldMk cId="3834611056" sldId="262"/>
            <ac:spMk id="2" creationId="{1B4DC618-B29F-845A-7DD8-6A834C8CEE4F}"/>
          </ac:spMkLst>
        </pc:spChg>
        <pc:spChg chg="del">
          <ac:chgData name="민민 성" userId="cf1f1df607fbac1a" providerId="LiveId" clId="{62935DC1-111A-4C09-9133-0BC00906B812}" dt="2026-07-11T05:42:49.737" v="0" actId="478"/>
          <ac:spMkLst>
            <pc:docMk/>
            <pc:sldMk cId="3834611056" sldId="262"/>
            <ac:spMk id="3" creationId="{CEABBF7A-4383-D72B-A05E-B56FEE94992E}"/>
          </ac:spMkLst>
        </pc:spChg>
        <pc:spChg chg="del">
          <ac:chgData name="민민 성" userId="cf1f1df607fbac1a" providerId="LiveId" clId="{62935DC1-111A-4C09-9133-0BC00906B812}" dt="2026-07-11T05:42:49.737" v="0" actId="478"/>
          <ac:spMkLst>
            <pc:docMk/>
            <pc:sldMk cId="3834611056" sldId="262"/>
            <ac:spMk id="6" creationId="{CEA2B6CD-6F59-45DE-B26A-1E44DF2411D7}"/>
          </ac:spMkLst>
        </pc:spChg>
        <pc:spChg chg="del">
          <ac:chgData name="민민 성" userId="cf1f1df607fbac1a" providerId="LiveId" clId="{62935DC1-111A-4C09-9133-0BC00906B812}" dt="2026-07-11T05:42:49.737" v="0" actId="478"/>
          <ac:spMkLst>
            <pc:docMk/>
            <pc:sldMk cId="3834611056" sldId="262"/>
            <ac:spMk id="7" creationId="{CF3CA475-D856-01FB-19C8-E100A19DE5EF}"/>
          </ac:spMkLst>
        </pc:spChg>
        <pc:spChg chg="del">
          <ac:chgData name="민민 성" userId="cf1f1df607fbac1a" providerId="LiveId" clId="{62935DC1-111A-4C09-9133-0BC00906B812}" dt="2026-07-11T05:42:49.737" v="0" actId="478"/>
          <ac:spMkLst>
            <pc:docMk/>
            <pc:sldMk cId="3834611056" sldId="262"/>
            <ac:spMk id="11" creationId="{0F29C902-63CB-1B88-5847-68EBD7D4096A}"/>
          </ac:spMkLst>
        </pc:spChg>
        <pc:spChg chg="del">
          <ac:chgData name="민민 성" userId="cf1f1df607fbac1a" providerId="LiveId" clId="{62935DC1-111A-4C09-9133-0BC00906B812}" dt="2026-07-11T05:42:49.737" v="0" actId="478"/>
          <ac:spMkLst>
            <pc:docMk/>
            <pc:sldMk cId="3834611056" sldId="262"/>
            <ac:spMk id="17" creationId="{67FFF511-7B20-E2F4-96D5-C91B888C0873}"/>
          </ac:spMkLst>
        </pc:spChg>
        <pc:spChg chg="del">
          <ac:chgData name="민민 성" userId="cf1f1df607fbac1a" providerId="LiveId" clId="{62935DC1-111A-4C09-9133-0BC00906B812}" dt="2026-07-11T05:42:49.737" v="0" actId="478"/>
          <ac:spMkLst>
            <pc:docMk/>
            <pc:sldMk cId="3834611056" sldId="262"/>
            <ac:spMk id="18" creationId="{A177CD16-1AA6-B8C7-0E32-C84E8AF73AC7}"/>
          </ac:spMkLst>
        </pc:spChg>
        <pc:spChg chg="del">
          <ac:chgData name="민민 성" userId="cf1f1df607fbac1a" providerId="LiveId" clId="{62935DC1-111A-4C09-9133-0BC00906B812}" dt="2026-07-11T05:42:49.737" v="0" actId="478"/>
          <ac:spMkLst>
            <pc:docMk/>
            <pc:sldMk cId="3834611056" sldId="262"/>
            <ac:spMk id="19" creationId="{80AC34A0-F9F3-3EDB-E7DE-AF18BCE089E6}"/>
          </ac:spMkLst>
        </pc:spChg>
        <pc:spChg chg="del">
          <ac:chgData name="민민 성" userId="cf1f1df607fbac1a" providerId="LiveId" clId="{62935DC1-111A-4C09-9133-0BC00906B812}" dt="2026-07-11T05:42:49.737" v="0" actId="478"/>
          <ac:spMkLst>
            <pc:docMk/>
            <pc:sldMk cId="3834611056" sldId="262"/>
            <ac:spMk id="20" creationId="{5475DBC3-BF9A-42B4-81E3-C8A239B20A22}"/>
          </ac:spMkLst>
        </pc:spChg>
        <pc:spChg chg="del">
          <ac:chgData name="민민 성" userId="cf1f1df607fbac1a" providerId="LiveId" clId="{62935DC1-111A-4C09-9133-0BC00906B812}" dt="2026-07-11T05:42:49.737" v="0" actId="478"/>
          <ac:spMkLst>
            <pc:docMk/>
            <pc:sldMk cId="3834611056" sldId="262"/>
            <ac:spMk id="21" creationId="{993AC22E-D82C-01DF-84E7-90AC9AD4AD3F}"/>
          </ac:spMkLst>
        </pc:spChg>
        <pc:spChg chg="del">
          <ac:chgData name="민민 성" userId="cf1f1df607fbac1a" providerId="LiveId" clId="{62935DC1-111A-4C09-9133-0BC00906B812}" dt="2026-07-11T05:42:49.737" v="0" actId="478"/>
          <ac:spMkLst>
            <pc:docMk/>
            <pc:sldMk cId="3834611056" sldId="262"/>
            <ac:spMk id="22" creationId="{AFF6DEC5-5BD9-4B7E-BF5B-F8104B5E3033}"/>
          </ac:spMkLst>
        </pc:spChg>
        <pc:spChg chg="add mod">
          <ac:chgData name="민민 성" userId="cf1f1df607fbac1a" providerId="LiveId" clId="{62935DC1-111A-4C09-9133-0BC00906B812}" dt="2026-07-11T05:42:58.436" v="1"/>
          <ac:spMkLst>
            <pc:docMk/>
            <pc:sldMk cId="3834611056" sldId="262"/>
            <ac:spMk id="23" creationId="{8868109F-B2B0-4CE1-9870-DFF19F8890A7}"/>
          </ac:spMkLst>
        </pc:spChg>
        <pc:spChg chg="del">
          <ac:chgData name="민민 성" userId="cf1f1df607fbac1a" providerId="LiveId" clId="{62935DC1-111A-4C09-9133-0BC00906B812}" dt="2026-07-11T05:42:49.737" v="0" actId="478"/>
          <ac:spMkLst>
            <pc:docMk/>
            <pc:sldMk cId="3834611056" sldId="262"/>
            <ac:spMk id="25" creationId="{4D2AB74B-0885-7248-82A8-738CC227DF1C}"/>
          </ac:spMkLst>
        </pc:spChg>
        <pc:spChg chg="del">
          <ac:chgData name="민민 성" userId="cf1f1df607fbac1a" providerId="LiveId" clId="{62935DC1-111A-4C09-9133-0BC00906B812}" dt="2026-07-11T05:42:49.737" v="0" actId="478"/>
          <ac:spMkLst>
            <pc:docMk/>
            <pc:sldMk cId="3834611056" sldId="262"/>
            <ac:spMk id="26" creationId="{B073FA0F-66B5-6BAF-0E1F-7AC6E77B5191}"/>
          </ac:spMkLst>
        </pc:spChg>
        <pc:spChg chg="add mod">
          <ac:chgData name="민민 성" userId="cf1f1df607fbac1a" providerId="LiveId" clId="{62935DC1-111A-4C09-9133-0BC00906B812}" dt="2026-07-11T05:42:58.436" v="1"/>
          <ac:spMkLst>
            <pc:docMk/>
            <pc:sldMk cId="3834611056" sldId="262"/>
            <ac:spMk id="27" creationId="{DE2D23E1-4C59-4085-BB0B-1A89E8707DBD}"/>
          </ac:spMkLst>
        </pc:spChg>
        <pc:spChg chg="add mod">
          <ac:chgData name="민민 성" userId="cf1f1df607fbac1a" providerId="LiveId" clId="{62935DC1-111A-4C09-9133-0BC00906B812}" dt="2026-07-11T05:42:58.436" v="1"/>
          <ac:spMkLst>
            <pc:docMk/>
            <pc:sldMk cId="3834611056" sldId="262"/>
            <ac:spMk id="28" creationId="{CA87DB17-8F30-4266-A5C7-C608D527653E}"/>
          </ac:spMkLst>
        </pc:spChg>
        <pc:picChg chg="add mod">
          <ac:chgData name="민민 성" userId="cf1f1df607fbac1a" providerId="LiveId" clId="{62935DC1-111A-4C09-9133-0BC00906B812}" dt="2026-07-11T05:42:58.436" v="1"/>
          <ac:picMkLst>
            <pc:docMk/>
            <pc:sldMk cId="3834611056" sldId="262"/>
            <ac:picMk id="16" creationId="{36B817F5-ED6E-4FD5-B4E2-93144A63F938}"/>
          </ac:picMkLst>
        </pc:picChg>
        <pc:picChg chg="add mod">
          <ac:chgData name="민민 성" userId="cf1f1df607fbac1a" providerId="LiveId" clId="{62935DC1-111A-4C09-9133-0BC00906B812}" dt="2026-07-11T05:42:58.436" v="1"/>
          <ac:picMkLst>
            <pc:docMk/>
            <pc:sldMk cId="3834611056" sldId="262"/>
            <ac:picMk id="29" creationId="{1A663A6E-CD45-45A2-ADAB-0B6753415C79}"/>
          </ac:picMkLst>
        </pc:picChg>
        <pc:picChg chg="add mod">
          <ac:chgData name="민민 성" userId="cf1f1df607fbac1a" providerId="LiveId" clId="{62935DC1-111A-4C09-9133-0BC00906B812}" dt="2026-07-11T05:42:58.436" v="1"/>
          <ac:picMkLst>
            <pc:docMk/>
            <pc:sldMk cId="3834611056" sldId="262"/>
            <ac:picMk id="30" creationId="{235C2BE1-63D1-4862-B908-47BCDA0F5495}"/>
          </ac:picMkLst>
        </pc:picChg>
        <pc:cxnChg chg="del">
          <ac:chgData name="민민 성" userId="cf1f1df607fbac1a" providerId="LiveId" clId="{62935DC1-111A-4C09-9133-0BC00906B812}" dt="2026-07-11T05:42:49.737" v="0" actId="478"/>
          <ac:cxnSpMkLst>
            <pc:docMk/>
            <pc:sldMk cId="3834611056" sldId="262"/>
            <ac:cxnSpMk id="24" creationId="{EF6F1791-FF02-2FDA-4F5D-44CDEE636F8C}"/>
          </ac:cxnSpMkLst>
        </pc:cxnChg>
      </pc:sldChg>
      <pc:sldChg chg="del">
        <pc:chgData name="민민 성" userId="cf1f1df607fbac1a" providerId="LiveId" clId="{62935DC1-111A-4C09-9133-0BC00906B812}" dt="2026-07-11T05:43:01.004" v="2" actId="47"/>
        <pc:sldMkLst>
          <pc:docMk/>
          <pc:sldMk cId="64153278" sldId="263"/>
        </pc:sldMkLst>
      </pc:sldChg>
      <pc:sldChg chg="add">
        <pc:chgData name="민민 성" userId="cf1f1df607fbac1a" providerId="LiveId" clId="{62935DC1-111A-4C09-9133-0BC00906B812}" dt="2026-07-11T05:43:10.856" v="4"/>
        <pc:sldMkLst>
          <pc:docMk/>
          <pc:sldMk cId="740193358" sldId="263"/>
        </pc:sldMkLst>
      </pc:sldChg>
      <pc:sldChg chg="del">
        <pc:chgData name="민민 성" userId="cf1f1df607fbac1a" providerId="LiveId" clId="{62935DC1-111A-4C09-9133-0BC00906B812}" dt="2026-07-11T05:43:01.004" v="2" actId="47"/>
        <pc:sldMkLst>
          <pc:docMk/>
          <pc:sldMk cId="222488953" sldId="264"/>
        </pc:sldMkLst>
      </pc:sldChg>
      <pc:sldChg chg="add">
        <pc:chgData name="민민 성" userId="cf1f1df607fbac1a" providerId="LiveId" clId="{62935DC1-111A-4C09-9133-0BC00906B812}" dt="2026-07-11T05:43:11.044" v="5"/>
        <pc:sldMkLst>
          <pc:docMk/>
          <pc:sldMk cId="1756530767" sldId="264"/>
        </pc:sldMkLst>
      </pc:sldChg>
      <pc:sldChg chg="add">
        <pc:chgData name="민민 성" userId="cf1f1df607fbac1a" providerId="LiveId" clId="{62935DC1-111A-4C09-9133-0BC00906B812}" dt="2026-07-11T05:43:11.224" v="6"/>
        <pc:sldMkLst>
          <pc:docMk/>
          <pc:sldMk cId="789833721" sldId="265"/>
        </pc:sldMkLst>
      </pc:sldChg>
      <pc:sldChg chg="del">
        <pc:chgData name="민민 성" userId="cf1f1df607fbac1a" providerId="LiveId" clId="{62935DC1-111A-4C09-9133-0BC00906B812}" dt="2026-07-11T05:43:01.004" v="2" actId="47"/>
        <pc:sldMkLst>
          <pc:docMk/>
          <pc:sldMk cId="3094331265" sldId="265"/>
        </pc:sldMkLst>
      </pc:sldChg>
      <pc:sldChg chg="add">
        <pc:chgData name="민민 성" userId="cf1f1df607fbac1a" providerId="LiveId" clId="{62935DC1-111A-4C09-9133-0BC00906B812}" dt="2026-07-11T05:43:11.398" v="7"/>
        <pc:sldMkLst>
          <pc:docMk/>
          <pc:sldMk cId="121516249" sldId="266"/>
        </pc:sldMkLst>
      </pc:sldChg>
      <pc:sldChg chg="del">
        <pc:chgData name="민민 성" userId="cf1f1df607fbac1a" providerId="LiveId" clId="{62935DC1-111A-4C09-9133-0BC00906B812}" dt="2026-07-11T05:43:01.004" v="2" actId="47"/>
        <pc:sldMkLst>
          <pc:docMk/>
          <pc:sldMk cId="3967405731" sldId="266"/>
        </pc:sldMkLst>
      </pc:sldChg>
      <pc:sldChg chg="add">
        <pc:chgData name="민민 성" userId="cf1f1df607fbac1a" providerId="LiveId" clId="{62935DC1-111A-4C09-9133-0BC00906B812}" dt="2026-07-11T05:43:11.571" v="8"/>
        <pc:sldMkLst>
          <pc:docMk/>
          <pc:sldMk cId="2947218046" sldId="267"/>
        </pc:sldMkLst>
      </pc:sldChg>
      <pc:sldChg chg="del">
        <pc:chgData name="민민 성" userId="cf1f1df607fbac1a" providerId="LiveId" clId="{62935DC1-111A-4C09-9133-0BC00906B812}" dt="2026-07-11T05:43:01.004" v="2" actId="47"/>
        <pc:sldMkLst>
          <pc:docMk/>
          <pc:sldMk cId="3616013075" sldId="26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3" y="2"/>
            <a:ext cx="2971800" cy="498476"/>
          </a:xfrm>
          <a:prstGeom prst="rect">
            <a:avLst/>
          </a:prstGeom>
        </p:spPr>
        <p:txBody>
          <a:bodyPr vert="horz" lIns="91405" tIns="45703" rIns="91405" bIns="45703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8" y="2"/>
            <a:ext cx="2971800" cy="498476"/>
          </a:xfrm>
          <a:prstGeom prst="rect">
            <a:avLst/>
          </a:prstGeom>
        </p:spPr>
        <p:txBody>
          <a:bodyPr vert="horz" lIns="91405" tIns="45703" rIns="91405" bIns="45703" rtlCol="0"/>
          <a:lstStyle>
            <a:lvl1pPr algn="r">
              <a:defRPr sz="1300"/>
            </a:lvl1pPr>
          </a:lstStyle>
          <a:p>
            <a:fld id="{F929F65E-AEE7-45C5-814B-4468CAF1E537}" type="datetimeFigureOut">
              <a:rPr lang="ko-KR" altLang="en-US" smtClean="0"/>
              <a:t>2026-07-11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42913" y="1241425"/>
            <a:ext cx="5972175" cy="3359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05" tIns="45703" rIns="91405" bIns="45703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786312"/>
            <a:ext cx="5486400" cy="3916363"/>
          </a:xfrm>
          <a:prstGeom prst="rect">
            <a:avLst/>
          </a:prstGeom>
        </p:spPr>
        <p:txBody>
          <a:bodyPr vert="horz" lIns="91405" tIns="45703" rIns="91405" bIns="45703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3" y="9447215"/>
            <a:ext cx="2971800" cy="498476"/>
          </a:xfrm>
          <a:prstGeom prst="rect">
            <a:avLst/>
          </a:prstGeom>
        </p:spPr>
        <p:txBody>
          <a:bodyPr vert="horz" lIns="91405" tIns="45703" rIns="91405" bIns="45703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8" y="9447215"/>
            <a:ext cx="2971800" cy="498476"/>
          </a:xfrm>
          <a:prstGeom prst="rect">
            <a:avLst/>
          </a:prstGeom>
        </p:spPr>
        <p:txBody>
          <a:bodyPr vert="horz" lIns="91405" tIns="45703" rIns="91405" bIns="45703" rtlCol="0" anchor="b"/>
          <a:lstStyle>
            <a:lvl1pPr algn="r">
              <a:defRPr sz="1300"/>
            </a:lvl1pPr>
          </a:lstStyle>
          <a:p>
            <a:fld id="{6A73BE5E-839E-45D1-B8A5-13B23A9454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1211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67445" rtl="0" eaLnBrk="1" latinLnBrk="1" hangingPunct="1">
      <a:defRPr sz="220" kern="1200">
        <a:solidFill>
          <a:schemeClr val="tx1"/>
        </a:solidFill>
        <a:latin typeface="+mn-lt"/>
        <a:ea typeface="+mn-ea"/>
        <a:cs typeface="+mn-cs"/>
      </a:defRPr>
    </a:lvl1pPr>
    <a:lvl2pPr marL="83723" algn="l" defTabSz="167445" rtl="0" eaLnBrk="1" latinLnBrk="1" hangingPunct="1">
      <a:defRPr sz="220" kern="1200">
        <a:solidFill>
          <a:schemeClr val="tx1"/>
        </a:solidFill>
        <a:latin typeface="+mn-lt"/>
        <a:ea typeface="+mn-ea"/>
        <a:cs typeface="+mn-cs"/>
      </a:defRPr>
    </a:lvl2pPr>
    <a:lvl3pPr marL="167445" algn="l" defTabSz="167445" rtl="0" eaLnBrk="1" latinLnBrk="1" hangingPunct="1">
      <a:defRPr sz="220" kern="1200">
        <a:solidFill>
          <a:schemeClr val="tx1"/>
        </a:solidFill>
        <a:latin typeface="+mn-lt"/>
        <a:ea typeface="+mn-ea"/>
        <a:cs typeface="+mn-cs"/>
      </a:defRPr>
    </a:lvl3pPr>
    <a:lvl4pPr marL="251168" algn="l" defTabSz="167445" rtl="0" eaLnBrk="1" latinLnBrk="1" hangingPunct="1">
      <a:defRPr sz="220" kern="1200">
        <a:solidFill>
          <a:schemeClr val="tx1"/>
        </a:solidFill>
        <a:latin typeface="+mn-lt"/>
        <a:ea typeface="+mn-ea"/>
        <a:cs typeface="+mn-cs"/>
      </a:defRPr>
    </a:lvl4pPr>
    <a:lvl5pPr marL="334890" algn="l" defTabSz="167445" rtl="0" eaLnBrk="1" latinLnBrk="1" hangingPunct="1">
      <a:defRPr sz="220" kern="1200">
        <a:solidFill>
          <a:schemeClr val="tx1"/>
        </a:solidFill>
        <a:latin typeface="+mn-lt"/>
        <a:ea typeface="+mn-ea"/>
        <a:cs typeface="+mn-cs"/>
      </a:defRPr>
    </a:lvl5pPr>
    <a:lvl6pPr marL="418613" algn="l" defTabSz="167445" rtl="0" eaLnBrk="1" latinLnBrk="1" hangingPunct="1">
      <a:defRPr sz="220" kern="1200">
        <a:solidFill>
          <a:schemeClr val="tx1"/>
        </a:solidFill>
        <a:latin typeface="+mn-lt"/>
        <a:ea typeface="+mn-ea"/>
        <a:cs typeface="+mn-cs"/>
      </a:defRPr>
    </a:lvl6pPr>
    <a:lvl7pPr marL="502335" algn="l" defTabSz="167445" rtl="0" eaLnBrk="1" latinLnBrk="1" hangingPunct="1">
      <a:defRPr sz="220" kern="1200">
        <a:solidFill>
          <a:schemeClr val="tx1"/>
        </a:solidFill>
        <a:latin typeface="+mn-lt"/>
        <a:ea typeface="+mn-ea"/>
        <a:cs typeface="+mn-cs"/>
      </a:defRPr>
    </a:lvl7pPr>
    <a:lvl8pPr marL="586058" algn="l" defTabSz="167445" rtl="0" eaLnBrk="1" latinLnBrk="1" hangingPunct="1">
      <a:defRPr sz="220" kern="1200">
        <a:solidFill>
          <a:schemeClr val="tx1"/>
        </a:solidFill>
        <a:latin typeface="+mn-lt"/>
        <a:ea typeface="+mn-ea"/>
        <a:cs typeface="+mn-cs"/>
      </a:defRPr>
    </a:lvl8pPr>
    <a:lvl9pPr marL="669781" algn="l" defTabSz="167445" rtl="0" eaLnBrk="1" latinLnBrk="1" hangingPunct="1">
      <a:defRPr sz="22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0050" y="294620"/>
            <a:ext cx="2400300" cy="626745"/>
          </a:xfrm>
        </p:spPr>
        <p:txBody>
          <a:bodyPr anchor="b"/>
          <a:lstStyle>
            <a:lvl1pPr algn="ctr">
              <a:defRPr sz="157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0050" y="945535"/>
            <a:ext cx="2400300" cy="434638"/>
          </a:xfrm>
        </p:spPr>
        <p:txBody>
          <a:bodyPr/>
          <a:lstStyle>
            <a:lvl1pPr marL="0" indent="0" algn="ctr">
              <a:buNone/>
              <a:defRPr sz="630"/>
            </a:lvl1pPr>
            <a:lvl2pPr marL="120015" indent="0" algn="ctr">
              <a:buNone/>
              <a:defRPr sz="525"/>
            </a:lvl2pPr>
            <a:lvl3pPr marL="240030" indent="0" algn="ctr">
              <a:buNone/>
              <a:defRPr sz="472"/>
            </a:lvl3pPr>
            <a:lvl4pPr marL="360045" indent="0" algn="ctr">
              <a:buNone/>
              <a:defRPr sz="420"/>
            </a:lvl4pPr>
            <a:lvl5pPr marL="480060" indent="0" algn="ctr">
              <a:buNone/>
              <a:defRPr sz="420"/>
            </a:lvl5pPr>
            <a:lvl6pPr marL="600075" indent="0" algn="ctr">
              <a:buNone/>
              <a:defRPr sz="420"/>
            </a:lvl6pPr>
            <a:lvl7pPr marL="720090" indent="0" algn="ctr">
              <a:buNone/>
              <a:defRPr sz="420"/>
            </a:lvl7pPr>
            <a:lvl8pPr marL="840105" indent="0" algn="ctr">
              <a:buNone/>
              <a:defRPr sz="420"/>
            </a:lvl8pPr>
            <a:lvl9pPr marL="960120" indent="0" algn="ctr">
              <a:buNone/>
              <a:defRPr sz="42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2026-07-11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4009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2026-07-11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2969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361" y="448807"/>
            <a:ext cx="2760345" cy="748843"/>
          </a:xfrm>
        </p:spPr>
        <p:txBody>
          <a:bodyPr anchor="b"/>
          <a:lstStyle>
            <a:lvl1pPr>
              <a:defRPr sz="157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8361" y="1204734"/>
            <a:ext cx="2760345" cy="393799"/>
          </a:xfrm>
        </p:spPr>
        <p:txBody>
          <a:bodyPr/>
          <a:lstStyle>
            <a:lvl1pPr marL="0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1pPr>
            <a:lvl2pPr marL="120015" indent="0">
              <a:buNone/>
              <a:defRPr sz="525">
                <a:solidFill>
                  <a:schemeClr val="tx1">
                    <a:tint val="75000"/>
                  </a:schemeClr>
                </a:solidFill>
              </a:defRPr>
            </a:lvl2pPr>
            <a:lvl3pPr marL="240030" indent="0">
              <a:buNone/>
              <a:defRPr sz="472">
                <a:solidFill>
                  <a:schemeClr val="tx1">
                    <a:tint val="75000"/>
                  </a:schemeClr>
                </a:solidFill>
              </a:defRPr>
            </a:lvl3pPr>
            <a:lvl4pPr marL="360045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4pPr>
            <a:lvl5pPr marL="480060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5pPr>
            <a:lvl6pPr marL="600075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6pPr>
            <a:lvl7pPr marL="720090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7pPr>
            <a:lvl8pPr marL="840105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8pPr>
            <a:lvl9pPr marL="960120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2026-07-11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8992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0028" y="479227"/>
            <a:ext cx="1360170" cy="114222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0203" y="479227"/>
            <a:ext cx="1360170" cy="114222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2026-07-11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9921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444" y="95846"/>
            <a:ext cx="2760345" cy="34796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445" y="441305"/>
            <a:ext cx="1353919" cy="216277"/>
          </a:xfrm>
        </p:spPr>
        <p:txBody>
          <a:bodyPr anchor="b"/>
          <a:lstStyle>
            <a:lvl1pPr marL="0" indent="0">
              <a:buNone/>
              <a:defRPr sz="630" b="1"/>
            </a:lvl1pPr>
            <a:lvl2pPr marL="120015" indent="0">
              <a:buNone/>
              <a:defRPr sz="525" b="1"/>
            </a:lvl2pPr>
            <a:lvl3pPr marL="240030" indent="0">
              <a:buNone/>
              <a:defRPr sz="472" b="1"/>
            </a:lvl3pPr>
            <a:lvl4pPr marL="360045" indent="0">
              <a:buNone/>
              <a:defRPr sz="420" b="1"/>
            </a:lvl4pPr>
            <a:lvl5pPr marL="480060" indent="0">
              <a:buNone/>
              <a:defRPr sz="420" b="1"/>
            </a:lvl5pPr>
            <a:lvl6pPr marL="600075" indent="0">
              <a:buNone/>
              <a:defRPr sz="420" b="1"/>
            </a:lvl6pPr>
            <a:lvl7pPr marL="720090" indent="0">
              <a:buNone/>
              <a:defRPr sz="420" b="1"/>
            </a:lvl7pPr>
            <a:lvl8pPr marL="840105" indent="0">
              <a:buNone/>
              <a:defRPr sz="420" b="1"/>
            </a:lvl8pPr>
            <a:lvl9pPr marL="960120" indent="0">
              <a:buNone/>
              <a:defRPr sz="42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0445" y="657582"/>
            <a:ext cx="1353919" cy="96720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20202" y="441305"/>
            <a:ext cx="1360587" cy="216277"/>
          </a:xfrm>
        </p:spPr>
        <p:txBody>
          <a:bodyPr anchor="b"/>
          <a:lstStyle>
            <a:lvl1pPr marL="0" indent="0">
              <a:buNone/>
              <a:defRPr sz="630" b="1"/>
            </a:lvl1pPr>
            <a:lvl2pPr marL="120015" indent="0">
              <a:buNone/>
              <a:defRPr sz="525" b="1"/>
            </a:lvl2pPr>
            <a:lvl3pPr marL="240030" indent="0">
              <a:buNone/>
              <a:defRPr sz="472" b="1"/>
            </a:lvl3pPr>
            <a:lvl4pPr marL="360045" indent="0">
              <a:buNone/>
              <a:defRPr sz="420" b="1"/>
            </a:lvl4pPr>
            <a:lvl5pPr marL="480060" indent="0">
              <a:buNone/>
              <a:defRPr sz="420" b="1"/>
            </a:lvl5pPr>
            <a:lvl6pPr marL="600075" indent="0">
              <a:buNone/>
              <a:defRPr sz="420" b="1"/>
            </a:lvl6pPr>
            <a:lvl7pPr marL="720090" indent="0">
              <a:buNone/>
              <a:defRPr sz="420" b="1"/>
            </a:lvl7pPr>
            <a:lvl8pPr marL="840105" indent="0">
              <a:buNone/>
              <a:defRPr sz="420" b="1"/>
            </a:lvl8pPr>
            <a:lvl9pPr marL="960120" indent="0">
              <a:buNone/>
              <a:defRPr sz="42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20202" y="657582"/>
            <a:ext cx="1360587" cy="96720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2026-07-11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6959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2026-07-11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4899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2026-07-11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1839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445" y="120015"/>
            <a:ext cx="1032212" cy="420053"/>
          </a:xfrm>
        </p:spPr>
        <p:txBody>
          <a:bodyPr anchor="b"/>
          <a:lstStyle>
            <a:lvl1pPr>
              <a:defRPr sz="84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0587" y="259199"/>
            <a:ext cx="1620203" cy="1279327"/>
          </a:xfrm>
        </p:spPr>
        <p:txBody>
          <a:bodyPr/>
          <a:lstStyle>
            <a:lvl1pPr>
              <a:defRPr sz="840"/>
            </a:lvl1pPr>
            <a:lvl2pPr>
              <a:defRPr sz="735"/>
            </a:lvl2pPr>
            <a:lvl3pPr>
              <a:defRPr sz="630"/>
            </a:lvl3pPr>
            <a:lvl4pPr>
              <a:defRPr sz="525"/>
            </a:lvl4pPr>
            <a:lvl5pPr>
              <a:defRPr sz="525"/>
            </a:lvl5pPr>
            <a:lvl6pPr>
              <a:defRPr sz="525"/>
            </a:lvl6pPr>
            <a:lvl7pPr>
              <a:defRPr sz="525"/>
            </a:lvl7pPr>
            <a:lvl8pPr>
              <a:defRPr sz="525"/>
            </a:lvl8pPr>
            <a:lvl9pPr>
              <a:defRPr sz="52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0445" y="540067"/>
            <a:ext cx="1032212" cy="1000542"/>
          </a:xfrm>
        </p:spPr>
        <p:txBody>
          <a:bodyPr/>
          <a:lstStyle>
            <a:lvl1pPr marL="0" indent="0">
              <a:buNone/>
              <a:defRPr sz="420"/>
            </a:lvl1pPr>
            <a:lvl2pPr marL="120015" indent="0">
              <a:buNone/>
              <a:defRPr sz="368"/>
            </a:lvl2pPr>
            <a:lvl3pPr marL="240030" indent="0">
              <a:buNone/>
              <a:defRPr sz="315"/>
            </a:lvl3pPr>
            <a:lvl4pPr marL="360045" indent="0">
              <a:buNone/>
              <a:defRPr sz="263"/>
            </a:lvl4pPr>
            <a:lvl5pPr marL="480060" indent="0">
              <a:buNone/>
              <a:defRPr sz="263"/>
            </a:lvl5pPr>
            <a:lvl6pPr marL="600075" indent="0">
              <a:buNone/>
              <a:defRPr sz="263"/>
            </a:lvl6pPr>
            <a:lvl7pPr marL="720090" indent="0">
              <a:buNone/>
              <a:defRPr sz="263"/>
            </a:lvl7pPr>
            <a:lvl8pPr marL="840105" indent="0">
              <a:buNone/>
              <a:defRPr sz="263"/>
            </a:lvl8pPr>
            <a:lvl9pPr marL="960120" indent="0">
              <a:buNone/>
              <a:defRPr sz="263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2026-07-11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0658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445" y="120015"/>
            <a:ext cx="1032212" cy="420053"/>
          </a:xfrm>
        </p:spPr>
        <p:txBody>
          <a:bodyPr anchor="b"/>
          <a:lstStyle>
            <a:lvl1pPr>
              <a:defRPr sz="84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60587" y="259199"/>
            <a:ext cx="1620203" cy="1279327"/>
          </a:xfrm>
        </p:spPr>
        <p:txBody>
          <a:bodyPr anchor="t"/>
          <a:lstStyle>
            <a:lvl1pPr marL="0" indent="0">
              <a:buNone/>
              <a:defRPr sz="840"/>
            </a:lvl1pPr>
            <a:lvl2pPr marL="120015" indent="0">
              <a:buNone/>
              <a:defRPr sz="735"/>
            </a:lvl2pPr>
            <a:lvl3pPr marL="240030" indent="0">
              <a:buNone/>
              <a:defRPr sz="630"/>
            </a:lvl3pPr>
            <a:lvl4pPr marL="360045" indent="0">
              <a:buNone/>
              <a:defRPr sz="525"/>
            </a:lvl4pPr>
            <a:lvl5pPr marL="480060" indent="0">
              <a:buNone/>
              <a:defRPr sz="525"/>
            </a:lvl5pPr>
            <a:lvl6pPr marL="600075" indent="0">
              <a:buNone/>
              <a:defRPr sz="525"/>
            </a:lvl6pPr>
            <a:lvl7pPr marL="720090" indent="0">
              <a:buNone/>
              <a:defRPr sz="525"/>
            </a:lvl7pPr>
            <a:lvl8pPr marL="840105" indent="0">
              <a:buNone/>
              <a:defRPr sz="525"/>
            </a:lvl8pPr>
            <a:lvl9pPr marL="960120" indent="0">
              <a:buNone/>
              <a:defRPr sz="525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0445" y="540067"/>
            <a:ext cx="1032212" cy="1000542"/>
          </a:xfrm>
        </p:spPr>
        <p:txBody>
          <a:bodyPr/>
          <a:lstStyle>
            <a:lvl1pPr marL="0" indent="0">
              <a:buNone/>
              <a:defRPr sz="420"/>
            </a:lvl1pPr>
            <a:lvl2pPr marL="120015" indent="0">
              <a:buNone/>
              <a:defRPr sz="368"/>
            </a:lvl2pPr>
            <a:lvl3pPr marL="240030" indent="0">
              <a:buNone/>
              <a:defRPr sz="315"/>
            </a:lvl3pPr>
            <a:lvl4pPr marL="360045" indent="0">
              <a:buNone/>
              <a:defRPr sz="263"/>
            </a:lvl4pPr>
            <a:lvl5pPr marL="480060" indent="0">
              <a:buNone/>
              <a:defRPr sz="263"/>
            </a:lvl5pPr>
            <a:lvl6pPr marL="600075" indent="0">
              <a:buNone/>
              <a:defRPr sz="263"/>
            </a:lvl6pPr>
            <a:lvl7pPr marL="720090" indent="0">
              <a:buNone/>
              <a:defRPr sz="263"/>
            </a:lvl7pPr>
            <a:lvl8pPr marL="840105" indent="0">
              <a:buNone/>
              <a:defRPr sz="263"/>
            </a:lvl8pPr>
            <a:lvl9pPr marL="960120" indent="0">
              <a:buNone/>
              <a:defRPr sz="263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2026-07-11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1396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2026-07-11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3143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290286" y="95846"/>
            <a:ext cx="690086" cy="152560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0027" y="95846"/>
            <a:ext cx="2030254" cy="152560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2026-07-11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48773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3E62ED5C-FF61-A53B-4625-47CAC86DF448}"/>
              </a:ext>
            </a:extLst>
          </p:cNvPr>
          <p:cNvSpPr/>
          <p:nvPr userDrawn="1"/>
        </p:nvSpPr>
        <p:spPr>
          <a:xfrm>
            <a:off x="4" y="1"/>
            <a:ext cx="3207068" cy="180022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10793EE-E7D0-EF83-74D1-BEF25BB9304F}"/>
              </a:ext>
            </a:extLst>
          </p:cNvPr>
          <p:cNvSpPr/>
          <p:nvPr userDrawn="1"/>
        </p:nvSpPr>
        <p:spPr>
          <a:xfrm>
            <a:off x="29545" y="30487"/>
            <a:ext cx="3143285" cy="1728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"/>
          </a:p>
        </p:txBody>
      </p:sp>
      <p:pic>
        <p:nvPicPr>
          <p:cNvPr id="9" name="Picture 1">
            <a:extLst>
              <a:ext uri="{FF2B5EF4-FFF2-40B4-BE49-F238E27FC236}">
                <a16:creationId xmlns:a16="http://schemas.microsoft.com/office/drawing/2014/main" id="{5C76C7A1-71AE-1C7D-2C36-7DEA1D47FF0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56641" y="81588"/>
            <a:ext cx="358715" cy="203042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9BA0C91-E2D0-A166-2BE8-3501CE9BABF8}"/>
              </a:ext>
            </a:extLst>
          </p:cNvPr>
          <p:cNvSpPr txBox="1"/>
          <p:nvPr userDrawn="1"/>
        </p:nvSpPr>
        <p:spPr>
          <a:xfrm>
            <a:off x="2072573" y="1569910"/>
            <a:ext cx="1127829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506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진료지원간호팀</a:t>
            </a:r>
            <a:endParaRPr lang="ko-KR" altLang="en-US" sz="607" b="1" dirty="0">
              <a:solidFill>
                <a:srgbClr val="4472C4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603175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67">
          <p15:clr>
            <a:srgbClr val="FBAE40"/>
          </p15:clr>
        </p15:guide>
        <p15:guide id="2" pos="1008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3E62ED5C-FF61-A53B-4625-47CAC86DF448}"/>
              </a:ext>
            </a:extLst>
          </p:cNvPr>
          <p:cNvSpPr/>
          <p:nvPr userDrawn="1"/>
        </p:nvSpPr>
        <p:spPr>
          <a:xfrm>
            <a:off x="4" y="1"/>
            <a:ext cx="3207068" cy="180022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10793EE-E7D0-EF83-74D1-BEF25BB9304F}"/>
              </a:ext>
            </a:extLst>
          </p:cNvPr>
          <p:cNvSpPr/>
          <p:nvPr userDrawn="1"/>
        </p:nvSpPr>
        <p:spPr>
          <a:xfrm>
            <a:off x="44923" y="17494"/>
            <a:ext cx="3115476" cy="17645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"/>
          </a:p>
        </p:txBody>
      </p:sp>
      <p:pic>
        <p:nvPicPr>
          <p:cNvPr id="9" name="Picture 1">
            <a:extLst>
              <a:ext uri="{FF2B5EF4-FFF2-40B4-BE49-F238E27FC236}">
                <a16:creationId xmlns:a16="http://schemas.microsoft.com/office/drawing/2014/main" id="{5C76C7A1-71AE-1C7D-2C36-7DEA1D47FF0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94842" y="29235"/>
            <a:ext cx="320513" cy="7561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256578-F800-6850-5D6B-02ED7EBACB52}"/>
              </a:ext>
            </a:extLst>
          </p:cNvPr>
          <p:cNvSpPr txBox="1"/>
          <p:nvPr userDrawn="1"/>
        </p:nvSpPr>
        <p:spPr>
          <a:xfrm>
            <a:off x="2829702" y="1686924"/>
            <a:ext cx="285655" cy="1332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35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진료지원간호팀</a:t>
            </a:r>
            <a:endParaRPr lang="en-US" altLang="ko-KR" sz="135" b="1" dirty="0">
              <a:solidFill>
                <a:srgbClr val="4472C4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r"/>
            <a:r>
              <a:rPr lang="ko-KR" altLang="en-US" sz="135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이비인후과</a:t>
            </a:r>
          </a:p>
        </p:txBody>
      </p:sp>
    </p:spTree>
    <p:extLst>
      <p:ext uri="{BB962C8B-B14F-4D97-AF65-F5344CB8AC3E}">
        <p14:creationId xmlns:p14="http://schemas.microsoft.com/office/powerpoint/2010/main" val="27373035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67" userDrawn="1">
          <p15:clr>
            <a:srgbClr val="FBAE40"/>
          </p15:clr>
        </p15:guide>
        <p15:guide id="2" pos="1008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3E62ED5C-FF61-A53B-4625-47CAC86DF448}"/>
              </a:ext>
            </a:extLst>
          </p:cNvPr>
          <p:cNvSpPr/>
          <p:nvPr userDrawn="1"/>
        </p:nvSpPr>
        <p:spPr>
          <a:xfrm>
            <a:off x="4" y="1"/>
            <a:ext cx="3207068" cy="180022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10793EE-E7D0-EF83-74D1-BEF25BB9304F}"/>
              </a:ext>
            </a:extLst>
          </p:cNvPr>
          <p:cNvSpPr/>
          <p:nvPr userDrawn="1"/>
        </p:nvSpPr>
        <p:spPr>
          <a:xfrm>
            <a:off x="44923" y="17494"/>
            <a:ext cx="3115476" cy="17645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" dirty="0"/>
          </a:p>
        </p:txBody>
      </p:sp>
      <p:pic>
        <p:nvPicPr>
          <p:cNvPr id="9" name="Picture 1">
            <a:extLst>
              <a:ext uri="{FF2B5EF4-FFF2-40B4-BE49-F238E27FC236}">
                <a16:creationId xmlns:a16="http://schemas.microsoft.com/office/drawing/2014/main" id="{5C76C7A1-71AE-1C7D-2C36-7DEA1D47FF0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93287" y="29235"/>
            <a:ext cx="320513" cy="7561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AD82B35-E786-6435-BBDD-C02B0C93E120}"/>
              </a:ext>
            </a:extLst>
          </p:cNvPr>
          <p:cNvSpPr txBox="1"/>
          <p:nvPr userDrawn="1"/>
        </p:nvSpPr>
        <p:spPr>
          <a:xfrm>
            <a:off x="2796038" y="1707219"/>
            <a:ext cx="319318" cy="1127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35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이비인후과 </a:t>
            </a:r>
            <a:r>
              <a:rPr lang="en-US" altLang="ko-KR" sz="135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131</a:t>
            </a:r>
            <a:r>
              <a:rPr lang="ko-KR" altLang="en-US" sz="135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병동</a:t>
            </a:r>
          </a:p>
        </p:txBody>
      </p:sp>
    </p:spTree>
    <p:extLst>
      <p:ext uri="{BB962C8B-B14F-4D97-AF65-F5344CB8AC3E}">
        <p14:creationId xmlns:p14="http://schemas.microsoft.com/office/powerpoint/2010/main" val="5013630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67" userDrawn="1">
          <p15:clr>
            <a:srgbClr val="FBAE40"/>
          </p15:clr>
        </p15:guide>
        <p15:guide id="2" pos="1008" userDrawn="1">
          <p15:clr>
            <a:srgbClr val="FBAE40"/>
          </p15:clr>
        </p15:guide>
        <p15:guide id="3" orient="horz" pos="69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0028" y="95846"/>
            <a:ext cx="2760345" cy="347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028" y="479227"/>
            <a:ext cx="2760345" cy="11422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0028" y="1668542"/>
            <a:ext cx="720090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9F34B4-7175-41BD-B98B-2E7021201D7D}" type="datetimeFigureOut">
              <a:rPr lang="ko-KR" altLang="en-US" smtClean="0"/>
              <a:t>2026-07-11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0133" y="1668542"/>
            <a:ext cx="1080135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60283" y="1668542"/>
            <a:ext cx="720090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0167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0" r:id="rId1"/>
    <p:sldLayoutId id="2147483911" r:id="rId2"/>
    <p:sldLayoutId id="2147483912" r:id="rId3"/>
    <p:sldLayoutId id="2147483913" r:id="rId4"/>
    <p:sldLayoutId id="2147483914" r:id="rId5"/>
    <p:sldLayoutId id="2147483915" r:id="rId6"/>
    <p:sldLayoutId id="2147483916" r:id="rId7"/>
    <p:sldLayoutId id="2147483917" r:id="rId8"/>
    <p:sldLayoutId id="2147483918" r:id="rId9"/>
    <p:sldLayoutId id="2147483919" r:id="rId10"/>
    <p:sldLayoutId id="2147483920" r:id="rId11"/>
    <p:sldLayoutId id="2147483921" r:id="rId12"/>
    <p:sldLayoutId id="2147483790" r:id="rId13"/>
    <p:sldLayoutId id="2147483789" r:id="rId14"/>
  </p:sldLayoutIdLst>
  <p:txStyles>
    <p:titleStyle>
      <a:lvl1pPr algn="l" defTabSz="240030" rtl="0" eaLnBrk="1" latinLnBrk="1" hangingPunct="1">
        <a:lnSpc>
          <a:spcPct val="90000"/>
        </a:lnSpc>
        <a:spcBef>
          <a:spcPct val="0"/>
        </a:spcBef>
        <a:buNone/>
        <a:defRPr sz="11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008" indent="-60008" algn="l" defTabSz="240030" rtl="0" eaLnBrk="1" latinLnBrk="1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735" kern="1200">
          <a:solidFill>
            <a:schemeClr val="tx1"/>
          </a:solidFill>
          <a:latin typeface="+mn-lt"/>
          <a:ea typeface="+mn-ea"/>
          <a:cs typeface="+mn-cs"/>
        </a:defRPr>
      </a:lvl1pPr>
      <a:lvl2pPr marL="180023" indent="-60008" algn="l" defTabSz="240030" rtl="0" eaLnBrk="1" latinLnBrk="1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2pPr>
      <a:lvl3pPr marL="300038" indent="-60008" algn="l" defTabSz="240030" rtl="0" eaLnBrk="1" latinLnBrk="1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525" kern="1200">
          <a:solidFill>
            <a:schemeClr val="tx1"/>
          </a:solidFill>
          <a:latin typeface="+mn-lt"/>
          <a:ea typeface="+mn-ea"/>
          <a:cs typeface="+mn-cs"/>
        </a:defRPr>
      </a:lvl3pPr>
      <a:lvl4pPr marL="420053" indent="-60008" algn="l" defTabSz="240030" rtl="0" eaLnBrk="1" latinLnBrk="1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4pPr>
      <a:lvl5pPr marL="540068" indent="-60008" algn="l" defTabSz="240030" rtl="0" eaLnBrk="1" latinLnBrk="1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5pPr>
      <a:lvl6pPr marL="660083" indent="-60008" algn="l" defTabSz="240030" rtl="0" eaLnBrk="1" latinLnBrk="1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6pPr>
      <a:lvl7pPr marL="780098" indent="-60008" algn="l" defTabSz="240030" rtl="0" eaLnBrk="1" latinLnBrk="1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7pPr>
      <a:lvl8pPr marL="900113" indent="-60008" algn="l" defTabSz="240030" rtl="0" eaLnBrk="1" latinLnBrk="1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8pPr>
      <a:lvl9pPr marL="1020128" indent="-60008" algn="l" defTabSz="240030" rtl="0" eaLnBrk="1" latinLnBrk="1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0030" rtl="0" eaLnBrk="1" latinLnBrk="1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1pPr>
      <a:lvl2pPr marL="120015" algn="l" defTabSz="240030" rtl="0" eaLnBrk="1" latinLnBrk="1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2pPr>
      <a:lvl3pPr marL="240030" algn="l" defTabSz="240030" rtl="0" eaLnBrk="1" latinLnBrk="1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3pPr>
      <a:lvl4pPr marL="360045" algn="l" defTabSz="240030" rtl="0" eaLnBrk="1" latinLnBrk="1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4pPr>
      <a:lvl5pPr marL="480060" algn="l" defTabSz="240030" rtl="0" eaLnBrk="1" latinLnBrk="1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5pPr>
      <a:lvl6pPr marL="600075" algn="l" defTabSz="240030" rtl="0" eaLnBrk="1" latinLnBrk="1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6pPr>
      <a:lvl7pPr marL="720090" algn="l" defTabSz="240030" rtl="0" eaLnBrk="1" latinLnBrk="1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7pPr>
      <a:lvl8pPr marL="840105" algn="l" defTabSz="240030" rtl="0" eaLnBrk="1" latinLnBrk="1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8pPr>
      <a:lvl9pPr marL="960120" algn="l" defTabSz="240030" rtl="0" eaLnBrk="1" latinLnBrk="1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67" userDrawn="1">
          <p15:clr>
            <a:srgbClr val="F26B43"/>
          </p15:clr>
        </p15:guide>
        <p15:guide id="2" pos="10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44891-DB0B-9038-5B25-629A4C227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">
            <a:extLst>
              <a:ext uri="{FF2B5EF4-FFF2-40B4-BE49-F238E27FC236}">
                <a16:creationId xmlns:a16="http://schemas.microsoft.com/office/drawing/2014/main" id="{36B817F5-ED6E-4FD5-B4E2-93144A63F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058" y="1020048"/>
            <a:ext cx="359069" cy="203042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8868109F-B2B0-4CE1-9870-DFF19F8890A7}"/>
              </a:ext>
            </a:extLst>
          </p:cNvPr>
          <p:cNvSpPr txBox="1"/>
          <p:nvPr/>
        </p:nvSpPr>
        <p:spPr>
          <a:xfrm>
            <a:off x="1151732" y="1036931"/>
            <a:ext cx="1247775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순천향대학교 천안병원 </a:t>
            </a:r>
            <a:r>
              <a:rPr lang="en-US" altLang="ko-KR" sz="500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| </a:t>
            </a:r>
            <a:r>
              <a:rPr lang="ko-KR" altLang="en-US" sz="500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진료지원간호팀</a:t>
            </a:r>
            <a:endParaRPr lang="ko-KR" altLang="en-US" sz="600" b="1" dirty="0">
              <a:solidFill>
                <a:srgbClr val="4472C4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E2D23E1-4C59-4085-BB0B-1A89E8707DBD}"/>
              </a:ext>
            </a:extLst>
          </p:cNvPr>
          <p:cNvSpPr txBox="1"/>
          <p:nvPr/>
        </p:nvSpPr>
        <p:spPr>
          <a:xfrm>
            <a:off x="1019010" y="669281"/>
            <a:ext cx="110318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ko-KR" altLang="en-US" sz="900" dirty="0" err="1">
                <a:solidFill>
                  <a:srgbClr val="00B0F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우리가치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900" dirty="0" err="1">
                <a:solidFill>
                  <a:schemeClr val="accent1">
                    <a:lumMod val="50000"/>
                  </a:schemeClr>
                </a:solidFill>
                <a:latin typeface="Franklin Gothic Heavy" panose="020B0903020102020204" pitchFamily="34" charset="0"/>
                <a:ea typeface="KoPub돋움체 Bold" panose="02020603020101020101" pitchFamily="18" charset="-127"/>
              </a:rPr>
              <a:t>WeValue</a:t>
            </a:r>
            <a:endParaRPr lang="en-US" altLang="ko-KR" sz="900" dirty="0">
              <a:solidFill>
                <a:schemeClr val="accent1">
                  <a:lumMod val="50000"/>
                </a:schemeClr>
              </a:solidFill>
              <a:latin typeface="Franklin Gothic Heavy" panose="020B0903020102020204" pitchFamily="34" charset="0"/>
              <a:ea typeface="KoPub돋움체 Bold" panose="02020603020101020101" pitchFamily="18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A87DB17-8F30-4266-A5C7-C608D527653E}"/>
              </a:ext>
            </a:extLst>
          </p:cNvPr>
          <p:cNvSpPr txBox="1"/>
          <p:nvPr/>
        </p:nvSpPr>
        <p:spPr>
          <a:xfrm>
            <a:off x="924433" y="816061"/>
            <a:ext cx="1292341" cy="1692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ko-KR" sz="5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[</a:t>
            </a:r>
            <a:r>
              <a:rPr lang="ko-KR" altLang="en-US" sz="5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우리가 가치를 만드는 공간</a:t>
            </a:r>
            <a:r>
              <a:rPr lang="en-US" altLang="ko-KR" sz="5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, </a:t>
            </a:r>
            <a:r>
              <a:rPr lang="ko-KR" altLang="en-US" sz="500" b="1" dirty="0" err="1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우리가치</a:t>
            </a:r>
            <a:r>
              <a:rPr lang="ko-KR" altLang="en-US" sz="5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허브</a:t>
            </a:r>
            <a:r>
              <a:rPr lang="en-US" altLang="ko-KR" sz="5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]</a:t>
            </a: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1A663A6E-CD45-45A2-ADAB-0B6753415C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821" y="714131"/>
            <a:ext cx="147416" cy="128728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235C2BE1-63D1-4862-B908-47BCDA0F54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2054114" y="719539"/>
            <a:ext cx="147414" cy="128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6110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44891-DB0B-9038-5B25-629A4C227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">
            <a:extLst>
              <a:ext uri="{FF2B5EF4-FFF2-40B4-BE49-F238E27FC236}">
                <a16:creationId xmlns:a16="http://schemas.microsoft.com/office/drawing/2014/main" id="{36B817F5-ED6E-4FD5-B4E2-93144A63F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058" y="1020048"/>
            <a:ext cx="359069" cy="203042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8868109F-B2B0-4CE1-9870-DFF19F8890A7}"/>
              </a:ext>
            </a:extLst>
          </p:cNvPr>
          <p:cNvSpPr txBox="1"/>
          <p:nvPr/>
        </p:nvSpPr>
        <p:spPr>
          <a:xfrm>
            <a:off x="1151732" y="1036931"/>
            <a:ext cx="1247775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순천향대학교 천안병원 </a:t>
            </a:r>
            <a:r>
              <a:rPr lang="en-US" altLang="ko-KR" sz="500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| </a:t>
            </a:r>
            <a:r>
              <a:rPr lang="ko-KR" altLang="en-US" sz="500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진료지원간호팀</a:t>
            </a:r>
            <a:endParaRPr lang="ko-KR" altLang="en-US" sz="600" b="1" dirty="0">
              <a:solidFill>
                <a:srgbClr val="4472C4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E2D23E1-4C59-4085-BB0B-1A89E8707DBD}"/>
              </a:ext>
            </a:extLst>
          </p:cNvPr>
          <p:cNvSpPr txBox="1"/>
          <p:nvPr/>
        </p:nvSpPr>
        <p:spPr>
          <a:xfrm>
            <a:off x="1019010" y="669281"/>
            <a:ext cx="110318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ko-KR" altLang="en-US" sz="900" dirty="0" err="1">
                <a:solidFill>
                  <a:srgbClr val="00B0F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우리가치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900" dirty="0" err="1">
                <a:solidFill>
                  <a:schemeClr val="accent1">
                    <a:lumMod val="50000"/>
                  </a:schemeClr>
                </a:solidFill>
                <a:latin typeface="Franklin Gothic Heavy" panose="020B0903020102020204" pitchFamily="34" charset="0"/>
                <a:ea typeface="KoPub돋움체 Bold" panose="02020603020101020101" pitchFamily="18" charset="-127"/>
              </a:rPr>
              <a:t>WeValue</a:t>
            </a:r>
            <a:endParaRPr lang="en-US" altLang="ko-KR" sz="900" dirty="0">
              <a:solidFill>
                <a:schemeClr val="accent1">
                  <a:lumMod val="50000"/>
                </a:schemeClr>
              </a:solidFill>
              <a:latin typeface="Franklin Gothic Heavy" panose="020B0903020102020204" pitchFamily="34" charset="0"/>
              <a:ea typeface="KoPub돋움체 Bold" panose="02020603020101020101" pitchFamily="18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A87DB17-8F30-4266-A5C7-C608D527653E}"/>
              </a:ext>
            </a:extLst>
          </p:cNvPr>
          <p:cNvSpPr txBox="1"/>
          <p:nvPr/>
        </p:nvSpPr>
        <p:spPr>
          <a:xfrm>
            <a:off x="924433" y="816061"/>
            <a:ext cx="1292341" cy="1692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ko-KR" sz="5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[</a:t>
            </a:r>
            <a:r>
              <a:rPr lang="ko-KR" altLang="en-US" sz="5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우리가 가치를 만드는 공간</a:t>
            </a:r>
            <a:r>
              <a:rPr lang="en-US" altLang="ko-KR" sz="5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, </a:t>
            </a:r>
            <a:r>
              <a:rPr lang="ko-KR" altLang="en-US" sz="500" b="1" dirty="0" err="1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우리가치</a:t>
            </a:r>
            <a:r>
              <a:rPr lang="ko-KR" altLang="en-US" sz="5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허브</a:t>
            </a:r>
            <a:r>
              <a:rPr lang="en-US" altLang="ko-KR" sz="5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]</a:t>
            </a: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1A663A6E-CD45-45A2-ADAB-0B6753415C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821" y="714131"/>
            <a:ext cx="147416" cy="128728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235C2BE1-63D1-4862-B908-47BCDA0F54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2054114" y="719539"/>
            <a:ext cx="147414" cy="128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193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44891-DB0B-9038-5B25-629A4C227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">
            <a:extLst>
              <a:ext uri="{FF2B5EF4-FFF2-40B4-BE49-F238E27FC236}">
                <a16:creationId xmlns:a16="http://schemas.microsoft.com/office/drawing/2014/main" id="{36B817F5-ED6E-4FD5-B4E2-93144A63F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058" y="1020048"/>
            <a:ext cx="359069" cy="203042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8868109F-B2B0-4CE1-9870-DFF19F8890A7}"/>
              </a:ext>
            </a:extLst>
          </p:cNvPr>
          <p:cNvSpPr txBox="1"/>
          <p:nvPr/>
        </p:nvSpPr>
        <p:spPr>
          <a:xfrm>
            <a:off x="1151732" y="1036931"/>
            <a:ext cx="1247775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순천향대학교 천안병원 </a:t>
            </a:r>
            <a:r>
              <a:rPr lang="en-US" altLang="ko-KR" sz="500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| </a:t>
            </a:r>
            <a:r>
              <a:rPr lang="ko-KR" altLang="en-US" sz="500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진료지원간호팀</a:t>
            </a:r>
            <a:endParaRPr lang="ko-KR" altLang="en-US" sz="600" b="1" dirty="0">
              <a:solidFill>
                <a:srgbClr val="4472C4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E2D23E1-4C59-4085-BB0B-1A89E8707DBD}"/>
              </a:ext>
            </a:extLst>
          </p:cNvPr>
          <p:cNvSpPr txBox="1"/>
          <p:nvPr/>
        </p:nvSpPr>
        <p:spPr>
          <a:xfrm>
            <a:off x="1019010" y="669281"/>
            <a:ext cx="110318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ko-KR" altLang="en-US" sz="900" dirty="0" err="1">
                <a:solidFill>
                  <a:srgbClr val="00B0F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우리가치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900" dirty="0" err="1">
                <a:solidFill>
                  <a:schemeClr val="accent1">
                    <a:lumMod val="50000"/>
                  </a:schemeClr>
                </a:solidFill>
                <a:latin typeface="Franklin Gothic Heavy" panose="020B0903020102020204" pitchFamily="34" charset="0"/>
                <a:ea typeface="KoPub돋움체 Bold" panose="02020603020101020101" pitchFamily="18" charset="-127"/>
              </a:rPr>
              <a:t>WeValue</a:t>
            </a:r>
            <a:endParaRPr lang="en-US" altLang="ko-KR" sz="900" dirty="0">
              <a:solidFill>
                <a:schemeClr val="accent1">
                  <a:lumMod val="50000"/>
                </a:schemeClr>
              </a:solidFill>
              <a:latin typeface="Franklin Gothic Heavy" panose="020B0903020102020204" pitchFamily="34" charset="0"/>
              <a:ea typeface="KoPub돋움체 Bold" panose="02020603020101020101" pitchFamily="18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A87DB17-8F30-4266-A5C7-C608D527653E}"/>
              </a:ext>
            </a:extLst>
          </p:cNvPr>
          <p:cNvSpPr txBox="1"/>
          <p:nvPr/>
        </p:nvSpPr>
        <p:spPr>
          <a:xfrm>
            <a:off x="924433" y="816061"/>
            <a:ext cx="1292341" cy="1692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ko-KR" sz="5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[</a:t>
            </a:r>
            <a:r>
              <a:rPr lang="ko-KR" altLang="en-US" sz="5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우리가 가치를 만드는 공간</a:t>
            </a:r>
            <a:r>
              <a:rPr lang="en-US" altLang="ko-KR" sz="5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, </a:t>
            </a:r>
            <a:r>
              <a:rPr lang="ko-KR" altLang="en-US" sz="500" b="1" dirty="0" err="1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우리가치</a:t>
            </a:r>
            <a:r>
              <a:rPr lang="ko-KR" altLang="en-US" sz="5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허브</a:t>
            </a:r>
            <a:r>
              <a:rPr lang="en-US" altLang="ko-KR" sz="5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]</a:t>
            </a: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1A663A6E-CD45-45A2-ADAB-0B6753415C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821" y="714131"/>
            <a:ext cx="147416" cy="128728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235C2BE1-63D1-4862-B908-47BCDA0F54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2054114" y="719539"/>
            <a:ext cx="147414" cy="128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5307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44891-DB0B-9038-5B25-629A4C227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">
            <a:extLst>
              <a:ext uri="{FF2B5EF4-FFF2-40B4-BE49-F238E27FC236}">
                <a16:creationId xmlns:a16="http://schemas.microsoft.com/office/drawing/2014/main" id="{36B817F5-ED6E-4FD5-B4E2-93144A63F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058" y="1020048"/>
            <a:ext cx="359069" cy="203042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8868109F-B2B0-4CE1-9870-DFF19F8890A7}"/>
              </a:ext>
            </a:extLst>
          </p:cNvPr>
          <p:cNvSpPr txBox="1"/>
          <p:nvPr/>
        </p:nvSpPr>
        <p:spPr>
          <a:xfrm>
            <a:off x="1151732" y="1036931"/>
            <a:ext cx="1247775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순천향대학교 천안병원 </a:t>
            </a:r>
            <a:r>
              <a:rPr lang="en-US" altLang="ko-KR" sz="500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| </a:t>
            </a:r>
            <a:r>
              <a:rPr lang="ko-KR" altLang="en-US" sz="500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진료지원간호팀</a:t>
            </a:r>
            <a:endParaRPr lang="ko-KR" altLang="en-US" sz="600" b="1" dirty="0">
              <a:solidFill>
                <a:srgbClr val="4472C4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E2D23E1-4C59-4085-BB0B-1A89E8707DBD}"/>
              </a:ext>
            </a:extLst>
          </p:cNvPr>
          <p:cNvSpPr txBox="1"/>
          <p:nvPr/>
        </p:nvSpPr>
        <p:spPr>
          <a:xfrm>
            <a:off x="1019010" y="669281"/>
            <a:ext cx="110318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ko-KR" altLang="en-US" sz="900" dirty="0" err="1">
                <a:solidFill>
                  <a:srgbClr val="00B0F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우리가치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900" dirty="0" err="1">
                <a:solidFill>
                  <a:schemeClr val="accent1">
                    <a:lumMod val="50000"/>
                  </a:schemeClr>
                </a:solidFill>
                <a:latin typeface="Franklin Gothic Heavy" panose="020B0903020102020204" pitchFamily="34" charset="0"/>
                <a:ea typeface="KoPub돋움체 Bold" panose="02020603020101020101" pitchFamily="18" charset="-127"/>
              </a:rPr>
              <a:t>WeValue</a:t>
            </a:r>
            <a:endParaRPr lang="en-US" altLang="ko-KR" sz="900" dirty="0">
              <a:solidFill>
                <a:schemeClr val="accent1">
                  <a:lumMod val="50000"/>
                </a:schemeClr>
              </a:solidFill>
              <a:latin typeface="Franklin Gothic Heavy" panose="020B0903020102020204" pitchFamily="34" charset="0"/>
              <a:ea typeface="KoPub돋움체 Bold" panose="02020603020101020101" pitchFamily="18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A87DB17-8F30-4266-A5C7-C608D527653E}"/>
              </a:ext>
            </a:extLst>
          </p:cNvPr>
          <p:cNvSpPr txBox="1"/>
          <p:nvPr/>
        </p:nvSpPr>
        <p:spPr>
          <a:xfrm>
            <a:off x="924433" y="816061"/>
            <a:ext cx="1292341" cy="1692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ko-KR" sz="5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[</a:t>
            </a:r>
            <a:r>
              <a:rPr lang="ko-KR" altLang="en-US" sz="5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우리가 가치를 만드는 공간</a:t>
            </a:r>
            <a:r>
              <a:rPr lang="en-US" altLang="ko-KR" sz="5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, </a:t>
            </a:r>
            <a:r>
              <a:rPr lang="ko-KR" altLang="en-US" sz="500" b="1" dirty="0" err="1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우리가치</a:t>
            </a:r>
            <a:r>
              <a:rPr lang="ko-KR" altLang="en-US" sz="5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허브</a:t>
            </a:r>
            <a:r>
              <a:rPr lang="en-US" altLang="ko-KR" sz="5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]</a:t>
            </a: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1A663A6E-CD45-45A2-ADAB-0B6753415C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821" y="714131"/>
            <a:ext cx="147416" cy="128728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235C2BE1-63D1-4862-B908-47BCDA0F54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2054114" y="719539"/>
            <a:ext cx="147414" cy="128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833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44891-DB0B-9038-5B25-629A4C227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">
            <a:extLst>
              <a:ext uri="{FF2B5EF4-FFF2-40B4-BE49-F238E27FC236}">
                <a16:creationId xmlns:a16="http://schemas.microsoft.com/office/drawing/2014/main" id="{36B817F5-ED6E-4FD5-B4E2-93144A63F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058" y="1020048"/>
            <a:ext cx="359069" cy="203042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8868109F-B2B0-4CE1-9870-DFF19F8890A7}"/>
              </a:ext>
            </a:extLst>
          </p:cNvPr>
          <p:cNvSpPr txBox="1"/>
          <p:nvPr/>
        </p:nvSpPr>
        <p:spPr>
          <a:xfrm>
            <a:off x="1151732" y="1036931"/>
            <a:ext cx="1247775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순천향대학교 천안병원 </a:t>
            </a:r>
            <a:r>
              <a:rPr lang="en-US" altLang="ko-KR" sz="500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| </a:t>
            </a:r>
            <a:r>
              <a:rPr lang="ko-KR" altLang="en-US" sz="500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진료지원간호팀</a:t>
            </a:r>
            <a:endParaRPr lang="ko-KR" altLang="en-US" sz="600" b="1" dirty="0">
              <a:solidFill>
                <a:srgbClr val="4472C4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E2D23E1-4C59-4085-BB0B-1A89E8707DBD}"/>
              </a:ext>
            </a:extLst>
          </p:cNvPr>
          <p:cNvSpPr txBox="1"/>
          <p:nvPr/>
        </p:nvSpPr>
        <p:spPr>
          <a:xfrm>
            <a:off x="1019010" y="669281"/>
            <a:ext cx="110318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ko-KR" altLang="en-US" sz="900" dirty="0" err="1">
                <a:solidFill>
                  <a:srgbClr val="00B0F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우리가치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900" dirty="0" err="1">
                <a:solidFill>
                  <a:schemeClr val="accent1">
                    <a:lumMod val="50000"/>
                  </a:schemeClr>
                </a:solidFill>
                <a:latin typeface="Franklin Gothic Heavy" panose="020B0903020102020204" pitchFamily="34" charset="0"/>
                <a:ea typeface="KoPub돋움체 Bold" panose="02020603020101020101" pitchFamily="18" charset="-127"/>
              </a:rPr>
              <a:t>WeValue</a:t>
            </a:r>
            <a:endParaRPr lang="en-US" altLang="ko-KR" sz="900" dirty="0">
              <a:solidFill>
                <a:schemeClr val="accent1">
                  <a:lumMod val="50000"/>
                </a:schemeClr>
              </a:solidFill>
              <a:latin typeface="Franklin Gothic Heavy" panose="020B0903020102020204" pitchFamily="34" charset="0"/>
              <a:ea typeface="KoPub돋움체 Bold" panose="02020603020101020101" pitchFamily="18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A87DB17-8F30-4266-A5C7-C608D527653E}"/>
              </a:ext>
            </a:extLst>
          </p:cNvPr>
          <p:cNvSpPr txBox="1"/>
          <p:nvPr/>
        </p:nvSpPr>
        <p:spPr>
          <a:xfrm>
            <a:off x="924433" y="816061"/>
            <a:ext cx="1292341" cy="1692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ko-KR" sz="5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[</a:t>
            </a:r>
            <a:r>
              <a:rPr lang="ko-KR" altLang="en-US" sz="5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우리가 가치를 만드는 공간</a:t>
            </a:r>
            <a:r>
              <a:rPr lang="en-US" altLang="ko-KR" sz="5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, </a:t>
            </a:r>
            <a:r>
              <a:rPr lang="ko-KR" altLang="en-US" sz="500" b="1" dirty="0" err="1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우리가치</a:t>
            </a:r>
            <a:r>
              <a:rPr lang="ko-KR" altLang="en-US" sz="5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허브</a:t>
            </a:r>
            <a:r>
              <a:rPr lang="en-US" altLang="ko-KR" sz="5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]</a:t>
            </a: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1A663A6E-CD45-45A2-ADAB-0B6753415C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821" y="714131"/>
            <a:ext cx="147416" cy="128728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235C2BE1-63D1-4862-B908-47BCDA0F54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2054114" y="719539"/>
            <a:ext cx="147414" cy="128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16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44891-DB0B-9038-5B25-629A4C227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">
            <a:extLst>
              <a:ext uri="{FF2B5EF4-FFF2-40B4-BE49-F238E27FC236}">
                <a16:creationId xmlns:a16="http://schemas.microsoft.com/office/drawing/2014/main" id="{36B817F5-ED6E-4FD5-B4E2-93144A63F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058" y="1020048"/>
            <a:ext cx="359069" cy="203042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8868109F-B2B0-4CE1-9870-DFF19F8890A7}"/>
              </a:ext>
            </a:extLst>
          </p:cNvPr>
          <p:cNvSpPr txBox="1"/>
          <p:nvPr/>
        </p:nvSpPr>
        <p:spPr>
          <a:xfrm>
            <a:off x="1151732" y="1036931"/>
            <a:ext cx="1247775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순천향대학교 천안병원 </a:t>
            </a:r>
            <a:r>
              <a:rPr lang="en-US" altLang="ko-KR" sz="500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| </a:t>
            </a:r>
            <a:r>
              <a:rPr lang="ko-KR" altLang="en-US" sz="500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진료지원간호팀</a:t>
            </a:r>
            <a:endParaRPr lang="ko-KR" altLang="en-US" sz="600" b="1" dirty="0">
              <a:solidFill>
                <a:srgbClr val="4472C4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E2D23E1-4C59-4085-BB0B-1A89E8707DBD}"/>
              </a:ext>
            </a:extLst>
          </p:cNvPr>
          <p:cNvSpPr txBox="1"/>
          <p:nvPr/>
        </p:nvSpPr>
        <p:spPr>
          <a:xfrm>
            <a:off x="1019010" y="669281"/>
            <a:ext cx="110318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ko-KR" altLang="en-US" sz="900" dirty="0" err="1">
                <a:solidFill>
                  <a:srgbClr val="00B0F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우리가치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900" dirty="0" err="1">
                <a:solidFill>
                  <a:schemeClr val="accent1">
                    <a:lumMod val="50000"/>
                  </a:schemeClr>
                </a:solidFill>
                <a:latin typeface="Franklin Gothic Heavy" panose="020B0903020102020204" pitchFamily="34" charset="0"/>
                <a:ea typeface="KoPub돋움체 Bold" panose="02020603020101020101" pitchFamily="18" charset="-127"/>
              </a:rPr>
              <a:t>WeValue</a:t>
            </a:r>
            <a:endParaRPr lang="en-US" altLang="ko-KR" sz="900" dirty="0">
              <a:solidFill>
                <a:schemeClr val="accent1">
                  <a:lumMod val="50000"/>
                </a:schemeClr>
              </a:solidFill>
              <a:latin typeface="Franklin Gothic Heavy" panose="020B0903020102020204" pitchFamily="34" charset="0"/>
              <a:ea typeface="KoPub돋움체 Bold" panose="02020603020101020101" pitchFamily="18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A87DB17-8F30-4266-A5C7-C608D527653E}"/>
              </a:ext>
            </a:extLst>
          </p:cNvPr>
          <p:cNvSpPr txBox="1"/>
          <p:nvPr/>
        </p:nvSpPr>
        <p:spPr>
          <a:xfrm>
            <a:off x="924433" y="816061"/>
            <a:ext cx="1292341" cy="1692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ko-KR" sz="5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[</a:t>
            </a:r>
            <a:r>
              <a:rPr lang="ko-KR" altLang="en-US" sz="5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우리가 가치를 만드는 공간</a:t>
            </a:r>
            <a:r>
              <a:rPr lang="en-US" altLang="ko-KR" sz="5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, </a:t>
            </a:r>
            <a:r>
              <a:rPr lang="ko-KR" altLang="en-US" sz="500" b="1" dirty="0" err="1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우리가치</a:t>
            </a:r>
            <a:r>
              <a:rPr lang="ko-KR" altLang="en-US" sz="5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허브</a:t>
            </a:r>
            <a:r>
              <a:rPr lang="en-US" altLang="ko-KR" sz="5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]</a:t>
            </a: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1A663A6E-CD45-45A2-ADAB-0B6753415C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821" y="714131"/>
            <a:ext cx="147416" cy="128728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235C2BE1-63D1-4862-B908-47BCDA0F54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2054114" y="719539"/>
            <a:ext cx="147414" cy="128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2180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3395</TotalTime>
  <Words>90</Words>
  <Application>Microsoft Office PowerPoint</Application>
  <PresentationFormat>사용자 지정</PresentationFormat>
  <Paragraphs>18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3" baseType="lpstr">
      <vt:lpstr>Arial</vt:lpstr>
      <vt:lpstr>Calibri</vt:lpstr>
      <vt:lpstr>Calibri Light</vt:lpstr>
      <vt:lpstr>Franklin Gothic Heavy</vt:lpstr>
      <vt:lpstr>KoPub돋움체 Bold</vt:lpstr>
      <vt:lpstr>맑은 고딕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라희 임</dc:creator>
  <cp:lastModifiedBy>민민 성</cp:lastModifiedBy>
  <cp:revision>2291</cp:revision>
  <cp:lastPrinted>2026-04-09T11:45:46Z</cp:lastPrinted>
  <dcterms:created xsi:type="dcterms:W3CDTF">2025-05-04T13:56:03Z</dcterms:created>
  <dcterms:modified xsi:type="dcterms:W3CDTF">2026-07-11T05:43:12Z</dcterms:modified>
</cp:coreProperties>
</file>