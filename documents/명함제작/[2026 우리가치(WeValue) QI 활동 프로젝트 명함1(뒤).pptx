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3" r:id="rId1"/>
  </p:sldMasterIdLst>
  <p:notesMasterIdLst>
    <p:notesMasterId r:id="rId8"/>
  </p:notesMasterIdLst>
  <p:sldIdLst>
    <p:sldId id="313" r:id="rId2"/>
    <p:sldId id="314" r:id="rId3"/>
    <p:sldId id="315" r:id="rId4"/>
    <p:sldId id="316" r:id="rId5"/>
    <p:sldId id="317" r:id="rId6"/>
    <p:sldId id="318" r:id="rId7"/>
  </p:sldIdLst>
  <p:sldSz cx="3203575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09" userDrawn="1">
          <p15:clr>
            <a:srgbClr val="A4A3A4"/>
          </p15:clr>
        </p15:guide>
        <p15:guide id="9" pos="131" userDrawn="1">
          <p15:clr>
            <a:srgbClr val="A4A3A4"/>
          </p15:clr>
        </p15:guide>
        <p15:guide id="10" pos="1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400" d="100"/>
          <a:sy n="400" d="100"/>
        </p:scale>
        <p:origin x="2946" y="1176"/>
      </p:cViewPr>
      <p:guideLst>
        <p:guide orient="horz" pos="567"/>
        <p:guide orient="horz" pos="201"/>
        <p:guide orient="horz" pos="1042"/>
        <p:guide pos="1009"/>
        <p:guide pos="131"/>
        <p:guide pos="18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41425"/>
            <a:ext cx="5975350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447" y="294620"/>
            <a:ext cx="2402681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447" y="945535"/>
            <a:ext cx="2402681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8410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786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577" y="448807"/>
            <a:ext cx="2763083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577" y="1204734"/>
            <a:ext cx="2763083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804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246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1810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996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95846"/>
            <a:ext cx="2763083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663" y="441305"/>
            <a:ext cx="1355262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663" y="657582"/>
            <a:ext cx="1355262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1810" y="441305"/>
            <a:ext cx="1361937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1810" y="657582"/>
            <a:ext cx="1361937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1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1679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72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1937" y="259199"/>
            <a:ext cx="1621810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867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1937" y="259199"/>
            <a:ext cx="1621810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563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315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2558" y="95846"/>
            <a:ext cx="690771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246" y="95846"/>
            <a:ext cx="2032268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8607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7613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55230" y="1686921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6055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27979" y="1707219"/>
            <a:ext cx="290465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246" y="95846"/>
            <a:ext cx="2763083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246" y="479227"/>
            <a:ext cx="2763083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246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1184" y="1668542"/>
            <a:ext cx="1081207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2525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74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790" r:id="rId12"/>
    <p:sldLayoutId id="2147483789" r:id="rId13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86D4-BAF5-DEE8-7F99-1274EA61B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AF22DEA8-A306-34D0-1F99-0F31BB7F5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93" y="129534"/>
            <a:ext cx="544284" cy="30777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80C6B7-6760-F865-BECF-4D4E1585194B}"/>
              </a:ext>
            </a:extLst>
          </p:cNvPr>
          <p:cNvSpPr txBox="1"/>
          <p:nvPr/>
        </p:nvSpPr>
        <p:spPr>
          <a:xfrm>
            <a:off x="1402907" y="1475898"/>
            <a:ext cx="159032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</a:t>
            </a:r>
            <a:r>
              <a:rPr lang="en-US" altLang="ko-KR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D80AE-03D3-F2B8-8A05-3F7A1BA6DCF9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DDB2F9-FF05-08A5-57BD-1D2DD06502A8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D1B85C-B062-B8A7-819F-32DA94B53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353123D-53AF-85A4-0726-2067D1069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05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88161-BA4B-95A6-3012-9B3EA1F51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08107745-8B12-8357-0A2F-461F3E33D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93" y="129534"/>
            <a:ext cx="544284" cy="30777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62E1BD-F7DC-A961-8DA6-DABE1EC3DDB7}"/>
              </a:ext>
            </a:extLst>
          </p:cNvPr>
          <p:cNvSpPr txBox="1"/>
          <p:nvPr/>
        </p:nvSpPr>
        <p:spPr>
          <a:xfrm>
            <a:off x="1402907" y="1475898"/>
            <a:ext cx="159032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</a:t>
            </a:r>
            <a:r>
              <a:rPr lang="en-US" altLang="ko-KR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58C8E4-6F7C-FE0C-CE8A-5D19C1C7CECC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220925-B894-D490-340D-A4AF2853075D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F8037F7-CD2C-AD03-E6D4-667BBCE54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40926DE-15CC-A314-C876-EC3702DBF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257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E58B-5C66-B0F9-802A-AC54450BC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943F86AF-C6C6-364A-3119-286C9A6E0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93" y="129534"/>
            <a:ext cx="544284" cy="30777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F1CA3D-408B-3CD3-BDE1-3A1CACE52831}"/>
              </a:ext>
            </a:extLst>
          </p:cNvPr>
          <p:cNvSpPr txBox="1"/>
          <p:nvPr/>
        </p:nvSpPr>
        <p:spPr>
          <a:xfrm>
            <a:off x="1402907" y="1475898"/>
            <a:ext cx="159032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</a:t>
            </a:r>
            <a:r>
              <a:rPr lang="en-US" altLang="ko-KR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2E980D-2DDA-B2B3-6E70-61C61F380890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477554-1A37-1EE5-2C62-077C1144CCD2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09A144E-68B8-D5BB-5731-26BC4181C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AE1B9F2-2C3E-371E-E521-391BA8839E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95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39DC5-E956-5B49-5CA7-94E076A5C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328B5BC9-DEFC-EE92-C5E7-2248E5597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93" y="129534"/>
            <a:ext cx="544284" cy="30777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2417798-018E-90CA-94E9-D9B361C67A78}"/>
              </a:ext>
            </a:extLst>
          </p:cNvPr>
          <p:cNvSpPr txBox="1"/>
          <p:nvPr/>
        </p:nvSpPr>
        <p:spPr>
          <a:xfrm>
            <a:off x="1402907" y="1475898"/>
            <a:ext cx="159032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</a:t>
            </a:r>
            <a:r>
              <a:rPr lang="en-US" altLang="ko-KR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E669AB-BE1E-2E9A-2EA6-0906B93346D8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29CDB-3B23-42A3-9704-5F748573D5B3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2962EF-1B0C-F248-4E68-525C2A07B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1F181F5-2A03-FE7C-4ECB-D5AD6545AD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45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E7605-240F-DA3E-53C9-7E5889BF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19A06173-2436-A5E6-4C1A-B8EDD2819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93" y="129534"/>
            <a:ext cx="544284" cy="30777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F53660-7D28-06A5-E36E-A9F6719EC5EF}"/>
              </a:ext>
            </a:extLst>
          </p:cNvPr>
          <p:cNvSpPr txBox="1"/>
          <p:nvPr/>
        </p:nvSpPr>
        <p:spPr>
          <a:xfrm>
            <a:off x="1402907" y="1475898"/>
            <a:ext cx="159032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</a:t>
            </a:r>
            <a:r>
              <a:rPr lang="en-US" altLang="ko-KR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E946DA-B944-C22E-8340-58B20037A260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7AA03A-7DBC-8499-9C73-A4BC911F2029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74A6330-7F4F-82A5-9079-9B6D5AD65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E3693BE-8927-795F-D95D-D820D9A3E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533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F9064-F583-AF84-C9E9-3D700D7E7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>
            <a:extLst>
              <a:ext uri="{FF2B5EF4-FFF2-40B4-BE49-F238E27FC236}">
                <a16:creationId xmlns:a16="http://schemas.microsoft.com/office/drawing/2014/main" id="{77B90727-557F-2570-40C0-94892E8EA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93" y="129534"/>
            <a:ext cx="544284" cy="30777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C32A81-F20A-8D8F-993A-F212AD9E03DF}"/>
              </a:ext>
            </a:extLst>
          </p:cNvPr>
          <p:cNvSpPr txBox="1"/>
          <p:nvPr/>
        </p:nvSpPr>
        <p:spPr>
          <a:xfrm>
            <a:off x="1402907" y="1475898"/>
            <a:ext cx="159032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순천향대학교 천안병원</a:t>
            </a:r>
            <a:r>
              <a:rPr lang="en-US" altLang="ko-KR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700" b="1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4FFBEF-B328-8C32-1561-80993F91E588}"/>
              </a:ext>
            </a:extLst>
          </p:cNvPr>
          <p:cNvSpPr txBox="1"/>
          <p:nvPr/>
        </p:nvSpPr>
        <p:spPr>
          <a:xfrm>
            <a:off x="675817" y="642967"/>
            <a:ext cx="18455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 err="1">
                <a:solidFill>
                  <a:srgbClr val="00B0F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우리가치</a:t>
            </a:r>
            <a:r>
              <a:rPr lang="ko-KR" altLang="en-US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rPr>
              <a:t>WeValue</a:t>
            </a:r>
            <a:endParaRPr lang="en-US" altLang="ko-KR" sz="1600" dirty="0">
              <a:solidFill>
                <a:schemeClr val="accent1">
                  <a:lumMod val="50000"/>
                </a:schemeClr>
              </a:solidFill>
              <a:latin typeface="Franklin Gothic Heavy" panose="020B0903020102020204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70AA4D-9970-9E44-0CF1-9CF01DABADD2}"/>
              </a:ext>
            </a:extLst>
          </p:cNvPr>
          <p:cNvSpPr txBox="1"/>
          <p:nvPr/>
        </p:nvSpPr>
        <p:spPr>
          <a:xfrm>
            <a:off x="619776" y="900112"/>
            <a:ext cx="195758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[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 가치를 만드는 공간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, </a:t>
            </a:r>
            <a:r>
              <a:rPr lang="ko-KR" altLang="en-US" sz="800" b="1" dirty="0" err="1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우리가치</a:t>
            </a:r>
            <a:r>
              <a:rPr lang="ko-KR" altLang="en-US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허브</a:t>
            </a:r>
            <a:r>
              <a:rPr lang="en-US" altLang="ko-KR" sz="800" b="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]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8153167-4419-48ED-80AC-5C3EF7B86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24" y="642969"/>
            <a:ext cx="175906" cy="1536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FB88B5B-442A-76BA-6064-83801B871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423948" y="642967"/>
            <a:ext cx="175902" cy="15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011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3384</TotalTime>
  <Words>84</Words>
  <Application>Microsoft Office PowerPoint</Application>
  <PresentationFormat>사용자 지정</PresentationFormat>
  <Paragraphs>18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Noto Sans KR Black</vt:lpstr>
      <vt:lpstr>맑은 고딕</vt:lpstr>
      <vt:lpstr>Arial</vt:lpstr>
      <vt:lpstr>Calibri</vt:lpstr>
      <vt:lpstr>Calibri Light</vt:lpstr>
      <vt:lpstr>Franklin Gothic Heavy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성민 임</cp:lastModifiedBy>
  <cp:revision>2254</cp:revision>
  <cp:lastPrinted>2026-05-14T10:00:37Z</cp:lastPrinted>
  <dcterms:created xsi:type="dcterms:W3CDTF">2025-05-04T13:56:03Z</dcterms:created>
  <dcterms:modified xsi:type="dcterms:W3CDTF">2026-05-14T10:07:33Z</dcterms:modified>
</cp:coreProperties>
</file>