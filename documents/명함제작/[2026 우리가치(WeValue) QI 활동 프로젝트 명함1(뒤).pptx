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83" r:id="rId1"/>
  </p:sldMasterIdLst>
  <p:notesMasterIdLst>
    <p:notesMasterId r:id="rId8"/>
  </p:notesMasterIdLst>
  <p:sldIdLst>
    <p:sldId id="313" r:id="rId2"/>
    <p:sldId id="314" r:id="rId3"/>
    <p:sldId id="315" r:id="rId4"/>
    <p:sldId id="316" r:id="rId5"/>
    <p:sldId id="317" r:id="rId6"/>
    <p:sldId id="318" r:id="rId7"/>
  </p:sldIdLst>
  <p:sldSz cx="3203575" cy="1800225"/>
  <p:notesSz cx="6858000" cy="9945688"/>
  <p:embeddedFontLst>
    <p:embeddedFont>
      <p:font typeface="Franklin Gothic Heavy" panose="020B0903020102020204" pitchFamily="34" charset="0"/>
      <p:regular r:id="rId9"/>
      <p:italic r:id="rId10"/>
    </p:embeddedFont>
    <p:embeddedFont>
      <p:font typeface="KoPub돋움체 Bold" panose="02020603020101020101" pitchFamily="18" charset="-127"/>
      <p:regular r:id="rId11"/>
    </p:embeddedFont>
    <p:embeddedFont>
      <p:font typeface="Noto Sans KR Black" panose="020B0200000000000000" pitchFamily="50" charset="-127"/>
      <p:bold r:id="rId12"/>
    </p:embeddedFon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69" autoAdjust="0"/>
    <p:restoredTop sz="97430" autoAdjust="0"/>
  </p:normalViewPr>
  <p:slideViewPr>
    <p:cSldViewPr snapToGrid="0">
      <p:cViewPr varScale="1">
        <p:scale>
          <a:sx n="196" d="100"/>
          <a:sy n="196" d="100"/>
        </p:scale>
        <p:origin x="1338" y="144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8410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786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80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996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1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679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12C47B8-B5FF-13E4-C86D-05E3F67986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0246" y="176279"/>
            <a:ext cx="464556" cy="42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872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867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563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315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860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74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790" r:id="rId12"/>
    <p:sldLayoutId id="2147483789" r:id="rId13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86D4-BAF5-DEE8-7F99-1274EA61B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380C6B7-6760-F865-BECF-4D4E1585194B}"/>
              </a:ext>
            </a:extLst>
          </p:cNvPr>
          <p:cNvSpPr txBox="1"/>
          <p:nvPr/>
        </p:nvSpPr>
        <p:spPr>
          <a:xfrm>
            <a:off x="2258736" y="1475898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D80AE-03D3-F2B8-8A05-3F7A1BA6DCF9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DB2F9-FF05-08A5-57BD-1D2DD06502A8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D1B85C-B062-B8A7-819F-32DA94B53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53123D-53AF-85A4-0726-2067D1069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05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98EA7-7E16-F0C1-9E40-97F9E203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1FEBC87-3F2E-4C70-40A7-E2DF0C2F56B0}"/>
              </a:ext>
            </a:extLst>
          </p:cNvPr>
          <p:cNvSpPr txBox="1"/>
          <p:nvPr/>
        </p:nvSpPr>
        <p:spPr>
          <a:xfrm>
            <a:off x="2258736" y="1475898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81409-C5A3-5FA0-06A5-CE6F7E5EB945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3AC9B8-CC5B-1945-71F5-38C1E75C6729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C82538D-0FBF-8501-6D99-88F76DFA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18F6A6F-CF48-6684-4131-672734F1A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036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45BD1-661D-1101-CFBF-1F61B164B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0B379-E92A-F37A-913B-B57D4438C228}"/>
              </a:ext>
            </a:extLst>
          </p:cNvPr>
          <p:cNvSpPr txBox="1"/>
          <p:nvPr/>
        </p:nvSpPr>
        <p:spPr>
          <a:xfrm>
            <a:off x="2258736" y="1475898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BDF817-56CF-8B80-2009-2AF61D96C8FB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A70F2-27A9-1237-F8A1-C4CD4F2A46DC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7A40408-2AE7-FA33-A9BF-7A4D01993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CFE1568-A23C-D90A-FBC7-872A0D1FC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042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26B0C-6E70-80F3-0F74-F9D36B417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D00E760-2717-33EF-DB67-D24C06A5898B}"/>
              </a:ext>
            </a:extLst>
          </p:cNvPr>
          <p:cNvSpPr txBox="1"/>
          <p:nvPr/>
        </p:nvSpPr>
        <p:spPr>
          <a:xfrm>
            <a:off x="2258736" y="1475898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A7049E-8833-6525-9D31-65ED2236A6E3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89C188-4292-CBF9-5B56-81F519DCEF24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528A241-F5AE-3E15-56AA-F240B3899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A14FF0E-F845-5622-EB34-2EDE7C0E6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415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A1B3E-100E-7586-A7DB-BEC5784F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02DCAE-759D-E7DD-5ABD-9D959F171442}"/>
              </a:ext>
            </a:extLst>
          </p:cNvPr>
          <p:cNvSpPr txBox="1"/>
          <p:nvPr/>
        </p:nvSpPr>
        <p:spPr>
          <a:xfrm>
            <a:off x="2258736" y="1475898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AEA4E-D66B-4FF5-49BD-E7F25509218D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B5FAD9-C93D-B01E-20A0-B73140DFC9BB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DAE7A5-295F-89DE-E2CE-218641B2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882ADEF-CAA5-685D-B4D0-FDAB1F37B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3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2FEE4-288C-8832-1F63-4BB87E971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7003B73-88E1-D8D9-9BE1-9EA5662E049E}"/>
              </a:ext>
            </a:extLst>
          </p:cNvPr>
          <p:cNvSpPr txBox="1"/>
          <p:nvPr/>
        </p:nvSpPr>
        <p:spPr>
          <a:xfrm>
            <a:off x="2258736" y="1475898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017783-EE83-E1CD-2698-37F774F58F02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A58063-8D9D-DA6A-D1EF-3FAF94B0F3B9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F085E8-47CF-5425-017C-C889D373C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BE439CF-F0D5-B13E-7025-D8DFEDB93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82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3387</TotalTime>
  <Words>72</Words>
  <Application>Microsoft Office PowerPoint</Application>
  <PresentationFormat>사용자 지정</PresentationFormat>
  <Paragraphs>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맑은 고딕</vt:lpstr>
      <vt:lpstr>KoPub돋움체 Bold</vt:lpstr>
      <vt:lpstr>Franklin Gothic Heavy</vt:lpstr>
      <vt:lpstr>Calibri</vt:lpstr>
      <vt:lpstr>Arial</vt:lpstr>
      <vt:lpstr>Noto Sans KR Black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라희 임</cp:lastModifiedBy>
  <cp:revision>2257</cp:revision>
  <cp:lastPrinted>2026-05-14T10:00:37Z</cp:lastPrinted>
  <dcterms:created xsi:type="dcterms:W3CDTF">2025-05-04T13:56:03Z</dcterms:created>
  <dcterms:modified xsi:type="dcterms:W3CDTF">2026-07-09T08:58:25Z</dcterms:modified>
</cp:coreProperties>
</file>