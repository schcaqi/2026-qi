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67437" autoAdjust="0"/>
  </p:normalViewPr>
  <p:slideViewPr>
    <p:cSldViewPr snapToGrid="0">
      <p:cViewPr varScale="1">
        <p:scale>
          <a:sx n="73" d="100"/>
          <a:sy n="73" d="100"/>
        </p:scale>
        <p:origin x="18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1️⃣ </a:t>
            </a:r>
            <a:r>
              <a:rPr lang="ko-KR" altLang="en-US" dirty="0"/>
              <a:t>협업 시스템 소개 </a:t>
            </a:r>
            <a:endParaRPr lang="en-US" altLang="ko-KR" dirty="0"/>
          </a:p>
          <a:p>
            <a:r>
              <a:rPr lang="en-US" altLang="ko-KR" dirty="0"/>
              <a:t>2️⃣ </a:t>
            </a:r>
            <a:r>
              <a:rPr lang="ko-KR" altLang="en-US" dirty="0"/>
              <a:t>협업 운영 방식 및 도구 안내 </a:t>
            </a:r>
          </a:p>
          <a:p>
            <a:r>
              <a:rPr lang="en-US" altLang="ko-KR" dirty="0"/>
              <a:t>3️⃣ </a:t>
            </a:r>
            <a:r>
              <a:rPr lang="ko-KR" altLang="en-US" dirty="0"/>
              <a:t>병동 협조 사항 </a:t>
            </a:r>
            <a:r>
              <a:rPr lang="en-US" altLang="ko-KR" dirty="0"/>
              <a:t>(</a:t>
            </a:r>
            <a:r>
              <a:rPr lang="ko-KR" altLang="en-US" dirty="0"/>
              <a:t>아침 루틴 등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메모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오늘 간담회는 우리가 왜 기록 중심의 협업으로 나아가야 하는지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그리고 이 시스템이 여러분의 실무를 어떻게 가볍게 해줄지 설명해 드리는 자리입니다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163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현재의 어려움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</a:p>
          <a:p>
            <a:r>
              <a:rPr lang="ko-KR" altLang="en-US" dirty="0"/>
              <a:t>전화 중심 협업</a:t>
            </a:r>
            <a:r>
              <a:rPr lang="en-US" altLang="ko-KR" dirty="0"/>
              <a:t>: </a:t>
            </a:r>
            <a:r>
              <a:rPr lang="ko-KR" altLang="en-US" dirty="0"/>
              <a:t>잦은 업무 중단 및 재촉 발생 </a:t>
            </a:r>
          </a:p>
          <a:p>
            <a:r>
              <a:rPr lang="ko-KR" altLang="en-US" dirty="0"/>
              <a:t>협업 기준 부재</a:t>
            </a:r>
            <a:r>
              <a:rPr lang="en-US" altLang="ko-KR" dirty="0"/>
              <a:t>: </a:t>
            </a:r>
            <a:r>
              <a:rPr lang="ko-KR" altLang="en-US" dirty="0"/>
              <a:t>응답 시간 불확실로 인한 대기 </a:t>
            </a:r>
          </a:p>
          <a:p>
            <a:r>
              <a:rPr lang="ko-KR" altLang="en-US" b="1" dirty="0"/>
              <a:t>메모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환자 옆을 지켜야 할 시간에 </a:t>
            </a:r>
            <a:r>
              <a:rPr lang="en-US" altLang="ko-KR" dirty="0"/>
              <a:t>'</a:t>
            </a:r>
            <a:r>
              <a:rPr lang="ko-KR" altLang="en-US" dirty="0"/>
              <a:t>언제 처방 나나요</a:t>
            </a:r>
            <a:r>
              <a:rPr lang="en-US" altLang="ko-KR" dirty="0"/>
              <a:t>?'</a:t>
            </a:r>
            <a:r>
              <a:rPr lang="ko-KR" altLang="en-US" dirty="0"/>
              <a:t>라고 계속 전화해야 했던 답답함을 해결하고자 합니다</a:t>
            </a:r>
            <a:r>
              <a:rPr lang="en-US" altLang="ko-KR" dirty="0"/>
              <a:t>. </a:t>
            </a:r>
            <a:r>
              <a:rPr lang="ko-KR" altLang="en-US" dirty="0"/>
              <a:t>전화 중심에서 기록 중심의 협업으로 전환이 시급합니다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106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협업 개선을 통한 업무 효율 극대화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방향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소통의 표준화 및 예측 가능성 확보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기다림을 기록으로 바꾸는 협업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지향합니다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기록을 통해 서로의 상황을 투명하게 공유하여 소통의 질을 높이는 것이 핵심입니다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06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85092-6553-50D5-A7D1-BA79F3E0A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5E0956-078C-D575-7FD1-F75CB069C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433577-D3BA-8B2A-C051-06CDD0FC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D6075-765F-520B-2F38-546248DD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27E29-08B0-4D5D-6634-E9DABB7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34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78BC1-9E5D-FADC-4D7D-4050157D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F4A44-D29E-88D5-C46E-0A23D3AF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3805A-51F0-DC6C-EDFB-33FD0EFC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9D9A1-CC8A-CC68-39B4-A418010B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28A60-928C-8DB6-E70F-90F57BD1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DD51D-092B-D217-8B00-6534701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13315-5F0E-C02D-7146-56C4F832C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65C0D-01C4-1EFE-689E-A3BAE84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4F913-46AB-79CF-EAB4-B642D39A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94C4A-35C7-7F18-DE88-D28CC527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5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4397F-D24B-F21A-5F74-B38A3CD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C55DB-22A5-E26F-159D-27F4E7056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2E531-9FED-1F40-157D-8E2F38575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8BF3C-8130-FE80-4ED2-3E388C8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084539-470D-8284-BCE6-B9AACA75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C22CDC-0B36-0BDF-8CE6-EA70FE48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1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97EED-A249-D09F-151E-FA696988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E38A2-B7F8-6E1C-3198-4121F78C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A86551-E743-AD28-6047-77A90EFE4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D4567-0678-7A8B-3D76-0CDC96283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09B5F-C598-EBE4-E9D8-90E867294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9FA69-CF6C-1C5B-2592-485E188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D89532-004A-8080-8B98-3E82011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F95951-ECBB-C719-B503-89A01CC3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26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EE36-1DAC-8EF3-5F02-CA0DDB6D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085917-C9D2-4FA6-C28E-143EBD05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5F10-C89C-698C-DCE1-7ABDEBEF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7F4B83-18CB-372C-624A-32C1E8A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D57476-76F2-CB85-08B4-FCA41510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1A8B1C-84A1-D4BC-9E56-964EAC5B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7BAC4-985B-C4F7-D76C-8B03D0A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6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BB3D9-FB65-E663-A309-DE27841F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2F9FC-D258-71DE-220D-B71D50A4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EE103-FAB2-4370-D695-9ADD1438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3F9C8-D7A9-9FF7-1ED5-7D2CD25C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1F98CE-66D7-2695-B4B2-A9F1DFD3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12E3E-1E79-A008-194A-E90CEEA3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19C9-F0DF-B761-AC92-4F63C00A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E88BC2-9605-4FF2-FCCC-A6EDED97A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80C5F-8D6F-869C-59E4-A0DCCF89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087B8-9E2D-57E4-8C5B-501EDDFE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0266B0-549C-7601-E3E2-849D872A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94F64-F3D3-F535-E7CE-04E5FC89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31041-9AD6-DD70-DC29-3983F76E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0E254-6ED7-5794-828B-2205E3A4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8CE77-48C3-132F-4D02-2D0A6E51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1228-4FB5-873C-0490-D84C559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1955C-31FD-E59C-B185-3709EAC3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1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85B37C-CC8B-3521-D9DB-3916D8617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22D40B-33B8-4A0F-D8BC-707702703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04BB9-201E-A511-09FB-18E1A0D4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AF6F9-29BA-3019-C9BD-F44D36F0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3EBA7-5FEE-3995-1851-06A82481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45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96B51D-4892-A99F-2C34-DFFEF864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820D1-6730-3A1B-84D2-B5E8763EB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356FA-2D1F-13F8-298C-7C416B06E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EF37-A916-4689-81C8-A08F7ED42DA8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FDC45-4627-9098-6BDB-53BF50768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C09AE-7C13-4C96-90A4-CDD5403EE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7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273" y="1122363"/>
            <a:ext cx="10529454" cy="2387600"/>
          </a:xfrm>
        </p:spPr>
        <p:txBody>
          <a:bodyPr/>
          <a:lstStyle/>
          <a:p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[2026 QI] </a:t>
            </a:r>
            <a:r>
              <a:rPr lang="en-US" altLang="ko-KR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WeValue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우리가치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/>
              <a:t>이보다 더 좋을 순 없다</a:t>
            </a:r>
            <a:r>
              <a:rPr lang="en-US" altLang="ko-KR" b="1" dirty="0"/>
              <a:t>! </a:t>
            </a:r>
            <a:r>
              <a:rPr lang="ko-KR" altLang="en-US" b="1" dirty="0"/>
              <a:t>협업기반 간호 현장</a:t>
            </a:r>
            <a:endParaRPr lang="en-US" altLang="ko-KR" b="1" dirty="0"/>
          </a:p>
          <a:p>
            <a:r>
              <a:rPr lang="ko-KR" altLang="en-US" dirty="0"/>
              <a:t>협업 시스템 간담회 </a:t>
            </a:r>
            <a:endParaRPr lang="en-US" altLang="ko-KR" dirty="0"/>
          </a:p>
          <a:p>
            <a:endParaRPr lang="ko-KR" altLang="en-US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0156E-75C3-19E9-E63B-BEA957A1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234" y="1690599"/>
            <a:ext cx="10515600" cy="4351338"/>
          </a:xfrm>
        </p:spPr>
        <p:txBody>
          <a:bodyPr>
            <a:normAutofit fontScale="55000" lnSpcReduction="20000"/>
          </a:bodyPr>
          <a:lstStyle/>
          <a:p>
            <a:endParaRPr lang="en-US" altLang="ko-KR" dirty="0"/>
          </a:p>
          <a:p>
            <a:r>
              <a:rPr lang="ko-KR" altLang="en-US" b="1" dirty="0"/>
              <a:t>목차</a:t>
            </a:r>
            <a:endParaRPr lang="ko-KR" altLang="en-US" dirty="0"/>
          </a:p>
          <a:p>
            <a:r>
              <a:rPr lang="ko-KR" altLang="en-US" dirty="0"/>
              <a:t>간담회 목적</a:t>
            </a:r>
          </a:p>
          <a:p>
            <a:r>
              <a:rPr lang="ko-KR" altLang="en-US" dirty="0"/>
              <a:t>협업 시스템 도입 배경</a:t>
            </a:r>
          </a:p>
          <a:p>
            <a:r>
              <a:rPr lang="ko-KR" altLang="en-US" dirty="0" err="1"/>
              <a:t>우리가치</a:t>
            </a:r>
            <a:r>
              <a:rPr lang="ko-KR" altLang="en-US" dirty="0"/>
              <a:t> 협업 프로젝트</a:t>
            </a:r>
          </a:p>
          <a:p>
            <a:r>
              <a:rPr lang="ko-KR" altLang="en-US" dirty="0"/>
              <a:t>협업 철학</a:t>
            </a:r>
          </a:p>
          <a:p>
            <a:r>
              <a:rPr lang="ko-KR" altLang="en-US" dirty="0"/>
              <a:t>협업 공통 언어 </a:t>
            </a:r>
            <a:r>
              <a:rPr lang="en-US" altLang="ko-KR" dirty="0"/>
              <a:t>(A-C-D)</a:t>
            </a:r>
          </a:p>
          <a:p>
            <a:r>
              <a:rPr lang="ko-KR" altLang="en-US" dirty="0"/>
              <a:t>협업 운영 흐름</a:t>
            </a:r>
          </a:p>
          <a:p>
            <a:r>
              <a:rPr lang="ko-KR" altLang="en-US" dirty="0"/>
              <a:t>협업 응답 기준</a:t>
            </a:r>
          </a:p>
          <a:p>
            <a:r>
              <a:rPr lang="ko-KR" altLang="en-US" dirty="0"/>
              <a:t>보호기록 체계</a:t>
            </a:r>
          </a:p>
          <a:p>
            <a:r>
              <a:rPr lang="ko-KR" altLang="en-US" dirty="0"/>
              <a:t>협업 도구</a:t>
            </a:r>
          </a:p>
          <a:p>
            <a:r>
              <a:rPr lang="ko-KR" altLang="en-US" dirty="0"/>
              <a:t>협업 사례</a:t>
            </a:r>
          </a:p>
          <a:p>
            <a:r>
              <a:rPr lang="ko-KR" altLang="en-US" dirty="0"/>
              <a:t>기대 효과</a:t>
            </a:r>
          </a:p>
          <a:p>
            <a:r>
              <a:rPr lang="ko-KR" altLang="en-US" dirty="0"/>
              <a:t>병동 협조 사항</a:t>
            </a:r>
            <a:endParaRPr lang="en-US" altLang="ko-KR" dirty="0"/>
          </a:p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8D123-2DA1-920B-4AEB-4E19B461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간담회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B617E-FC2F-206C-A43F-4883C0F5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우리가치</a:t>
            </a:r>
            <a:r>
              <a:rPr lang="ko-KR" altLang="en-US" dirty="0"/>
              <a:t> 협업 시스템 소개</a:t>
            </a:r>
          </a:p>
          <a:p>
            <a:r>
              <a:rPr lang="ko-KR" altLang="en-US" dirty="0"/>
              <a:t>병동</a:t>
            </a:r>
            <a:r>
              <a:rPr lang="en-US" altLang="ko-KR" dirty="0"/>
              <a:t>–</a:t>
            </a:r>
            <a:r>
              <a:rPr lang="ko-KR" altLang="en-US" dirty="0"/>
              <a:t>진료지원 협업 개선 목표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88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968EE-E4F7-9A11-76FD-C643A68A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협업 시스템 도입 배경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B1BD92-B7B9-BAFA-BB3A-3A5523D9E7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54908"/>
            <a:ext cx="441499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현재 협업의 어려움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전화 중심 협업 문제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협업 기준 부재</a:t>
            </a:r>
          </a:p>
        </p:txBody>
      </p:sp>
    </p:spTree>
    <p:extLst>
      <p:ext uri="{BB962C8B-B14F-4D97-AF65-F5344CB8AC3E}">
        <p14:creationId xmlns:p14="http://schemas.microsoft.com/office/powerpoint/2010/main" val="395255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75545-C6FC-70AD-AA34-E8554B82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우리가치</a:t>
            </a:r>
            <a:r>
              <a:rPr lang="en-US" altLang="ko-KR" dirty="0"/>
              <a:t>(</a:t>
            </a:r>
            <a:r>
              <a:rPr lang="en-US" altLang="ko-KR" dirty="0" err="1"/>
              <a:t>WeValue</a:t>
            </a:r>
            <a:r>
              <a:rPr lang="en-US" altLang="ko-KR" dirty="0"/>
              <a:t>) </a:t>
            </a:r>
            <a:r>
              <a:rPr lang="ko-KR" altLang="en-US" dirty="0"/>
              <a:t>협업 프로젝트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529D3D-AAAB-5D34-A322-0A4A76E56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385874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 협업 개선 프로젝트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협업 시스템 개요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운영 방향</a:t>
            </a:r>
          </a:p>
        </p:txBody>
      </p:sp>
    </p:spTree>
    <p:extLst>
      <p:ext uri="{BB962C8B-B14F-4D97-AF65-F5344CB8AC3E}">
        <p14:creationId xmlns:p14="http://schemas.microsoft.com/office/powerpoint/2010/main" val="395309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2E672-0693-C869-FDFC-06A26BE7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 err="1"/>
              <a:t>우리가치</a:t>
            </a:r>
            <a:r>
              <a:rPr lang="ko-KR" altLang="en-US" dirty="0"/>
              <a:t> 협업 철학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203F10-932A-644A-C86E-82512B6D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협업 </a:t>
            </a:r>
            <a:r>
              <a:rPr lang="en-US" altLang="ko-KR" dirty="0"/>
              <a:t>3</a:t>
            </a:r>
            <a:r>
              <a:rPr lang="ko-KR" altLang="en-US" dirty="0"/>
              <a:t>가지 약속</a:t>
            </a:r>
          </a:p>
          <a:p>
            <a:r>
              <a:rPr lang="ko-KR" altLang="en-US" dirty="0"/>
              <a:t>기록 중심 협업 문화</a:t>
            </a:r>
          </a:p>
          <a:p>
            <a:endParaRPr lang="en-US" altLang="ko-KR" dirty="0"/>
          </a:p>
          <a:p>
            <a:r>
              <a:rPr lang="ko-KR" altLang="en-US" dirty="0"/>
              <a:t>핵심 메시지</a:t>
            </a:r>
          </a:p>
          <a:p>
            <a:r>
              <a:rPr lang="ko-KR" altLang="en-US" b="1" dirty="0"/>
              <a:t>“기다림을 기록으로 바꾸는 협업”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927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C6F95-9916-56AD-5FDF-8383209C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협업 공통 언어 </a:t>
            </a:r>
            <a:r>
              <a:rPr lang="en-US" altLang="ko-KR" dirty="0"/>
              <a:t>(A-C-D)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B9091-0394-D4E6-E731-489F50A5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: </a:t>
            </a:r>
            <a:r>
              <a:rPr lang="ko-KR" altLang="en-US" dirty="0"/>
              <a:t>요청</a:t>
            </a:r>
          </a:p>
          <a:p>
            <a:r>
              <a:rPr lang="en-US" altLang="ko-KR" dirty="0"/>
              <a:t>C : </a:t>
            </a:r>
            <a:r>
              <a:rPr lang="ko-KR" altLang="en-US" dirty="0"/>
              <a:t>상황 공유</a:t>
            </a:r>
          </a:p>
          <a:p>
            <a:r>
              <a:rPr lang="en-US" altLang="ko-KR" dirty="0"/>
              <a:t>D : </a:t>
            </a:r>
            <a:r>
              <a:rPr lang="ko-KR" altLang="en-US" dirty="0"/>
              <a:t>완료 기록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855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4CDFB-EFE3-F487-5457-5F3F439C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협업 운영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D3FF6-155B-6167-F61A-DEDB8F5BE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A-C-D </a:t>
            </a:r>
            <a:r>
              <a:rPr lang="ko-KR" altLang="en-US" dirty="0"/>
              <a:t>협업 처리 과정</a:t>
            </a:r>
          </a:p>
          <a:p>
            <a:r>
              <a:rPr lang="ko-KR" altLang="en-US" dirty="0"/>
              <a:t>협업 흐름도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74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2FF63-A4B3-F97D-6CDE-CC7BB533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협업 응답 기준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ADB70F-FF57-6AAA-61A1-15DF8EEFE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· 4 · 12 기준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전화 확인 기준</a:t>
            </a:r>
          </a:p>
        </p:txBody>
      </p:sp>
    </p:spTree>
    <p:extLst>
      <p:ext uri="{BB962C8B-B14F-4D97-AF65-F5344CB8AC3E}">
        <p14:creationId xmlns:p14="http://schemas.microsoft.com/office/powerpoint/2010/main" val="352009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93F7D-55B4-1187-A1B6-05DCC8EA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보호기록 체계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450D1-458E-5FFF-AD45-406AD5CC0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보호기록 목적</a:t>
            </a:r>
          </a:p>
          <a:p>
            <a:r>
              <a:rPr lang="ko-KR" altLang="en-US" dirty="0"/>
              <a:t>보호기록 종류</a:t>
            </a:r>
          </a:p>
          <a:p>
            <a:r>
              <a:rPr lang="en-US" altLang="ko-KR" dirty="0"/>
              <a:t>A / C / D / IN-OUT / </a:t>
            </a:r>
            <a:r>
              <a:rPr lang="ko-KR" altLang="en-US" dirty="0"/>
              <a:t>예정처리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48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C998D-1486-8B28-23B3-2024AEF8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협업 도구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57B71-DE25-663B-5A53-257DB598B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9"/>
            <a:ext cx="14830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협업 메신저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QR 안내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 스티커</a:t>
            </a:r>
          </a:p>
        </p:txBody>
      </p:sp>
    </p:spTree>
    <p:extLst>
      <p:ext uri="{BB962C8B-B14F-4D97-AF65-F5344CB8AC3E}">
        <p14:creationId xmlns:p14="http://schemas.microsoft.com/office/powerpoint/2010/main" val="3491319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C0CA-ACBB-C75D-F089-55E7E75D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실제 협업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2CB63-C7B0-300C-C5D9-15D208E2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</a:t>
            </a:r>
            <a:r>
              <a:rPr lang="ko-KR" altLang="en-US" dirty="0"/>
              <a:t>요청 기록</a:t>
            </a:r>
          </a:p>
          <a:p>
            <a:r>
              <a:rPr lang="en-US" altLang="ko-KR" dirty="0"/>
              <a:t>C </a:t>
            </a:r>
            <a:r>
              <a:rPr lang="ko-KR" altLang="en-US" dirty="0"/>
              <a:t>보호기록</a:t>
            </a:r>
          </a:p>
          <a:p>
            <a:r>
              <a:rPr lang="en-US" altLang="ko-KR" dirty="0"/>
              <a:t>D </a:t>
            </a:r>
            <a:r>
              <a:rPr lang="ko-KR" altLang="en-US" dirty="0"/>
              <a:t>완료 기록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5218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51A92-7737-1F6D-B885-6D7C613E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협업 변화 및 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2A29E2-7CE1-888B-B978-8025994D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병동</a:t>
            </a:r>
          </a:p>
          <a:p>
            <a:r>
              <a:rPr lang="ko-KR" altLang="en-US" dirty="0"/>
              <a:t>업무 예측 가능</a:t>
            </a:r>
          </a:p>
          <a:p>
            <a:r>
              <a:rPr lang="ko-KR" altLang="en-US" dirty="0"/>
              <a:t>전화 재촉 감소</a:t>
            </a:r>
          </a:p>
          <a:p>
            <a:pPr marL="0" indent="0">
              <a:buNone/>
            </a:pPr>
            <a:r>
              <a:rPr lang="ko-KR" altLang="en-US" dirty="0"/>
              <a:t>진료지원간호사</a:t>
            </a:r>
          </a:p>
          <a:p>
            <a:r>
              <a:rPr lang="ko-KR" altLang="en-US" dirty="0"/>
              <a:t>업무 집중</a:t>
            </a:r>
          </a:p>
          <a:p>
            <a:r>
              <a:rPr lang="ko-KR" altLang="en-US" dirty="0"/>
              <a:t>협업 기록 확보</a:t>
            </a:r>
          </a:p>
          <a:p>
            <a:pPr marL="0" indent="0">
              <a:buNone/>
            </a:pPr>
            <a:r>
              <a:rPr lang="ko-KR" altLang="en-US" dirty="0"/>
              <a:t>환자</a:t>
            </a:r>
          </a:p>
          <a:p>
            <a:r>
              <a:rPr lang="ko-KR" altLang="en-US" dirty="0"/>
              <a:t>안전 강화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11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F218D-9B94-FFE3-03B0-E13166B2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ko-KR" altLang="en-US" dirty="0"/>
              <a:t>병동 협조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F860A-6F1D-CE91-D231-3713EEDD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요청 기록 방법</a:t>
            </a:r>
          </a:p>
          <a:p>
            <a:r>
              <a:rPr lang="ko-KR" altLang="en-US" dirty="0"/>
              <a:t>전화 확인 기준</a:t>
            </a:r>
          </a:p>
          <a:p>
            <a:r>
              <a:rPr lang="ko-KR" altLang="en-US" dirty="0"/>
              <a:t>완료 기록 확인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983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2AE5C-F36C-D62B-1A2A-A14AE90B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/>
              <a:t>마무리 메시지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B981CC-27A8-80F3-99E6-F57DBEEB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</a:t>
            </a:r>
            <a:r>
              <a:rPr lang="ko-KR" altLang="en-US" dirty="0"/>
              <a:t>는 우리의 목소리</a:t>
            </a:r>
            <a:br>
              <a:rPr lang="ko-KR" altLang="en-US" dirty="0"/>
            </a:br>
            <a:r>
              <a:rPr lang="en-US" altLang="ko-KR" dirty="0"/>
              <a:t>C</a:t>
            </a:r>
            <a:r>
              <a:rPr lang="ko-KR" altLang="en-US" dirty="0"/>
              <a:t>는 우리의 배려</a:t>
            </a:r>
            <a:br>
              <a:rPr lang="ko-KR" altLang="en-US" dirty="0"/>
            </a:br>
            <a:r>
              <a:rPr lang="en-US" altLang="ko-KR" dirty="0"/>
              <a:t>D</a:t>
            </a:r>
            <a:r>
              <a:rPr lang="ko-KR" altLang="en-US" dirty="0"/>
              <a:t>는 우리의 책임</a:t>
            </a:r>
          </a:p>
        </p:txBody>
      </p:sp>
    </p:spTree>
    <p:extLst>
      <p:ext uri="{BB962C8B-B14F-4D97-AF65-F5344CB8AC3E}">
        <p14:creationId xmlns:p14="http://schemas.microsoft.com/office/powerpoint/2010/main" val="3736608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C8250-2772-8FF3-182C-EB6E8643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14. Q&amp;A</a:t>
            </a:r>
            <a:br>
              <a:rPr lang="ko-KR" altLang="en-US" b="1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16C44-58F0-2176-E1E2-047B0080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50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80320D6-300F-C684-9896-C0C410AA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35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71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415</Words>
  <Application>Microsoft Office PowerPoint</Application>
  <PresentationFormat>와이드스크린</PresentationFormat>
  <Paragraphs>91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KoPub돋움체 Light</vt:lpstr>
      <vt:lpstr>맑은 고딕</vt:lpstr>
      <vt:lpstr>Arial</vt:lpstr>
      <vt:lpstr>Office 테마</vt:lpstr>
      <vt:lpstr>[2026 QI] WeValue 우리가치</vt:lpstr>
      <vt:lpstr>목차</vt:lpstr>
      <vt:lpstr>1. 간담회 목적</vt:lpstr>
      <vt:lpstr>2. 협업 시스템 도입 배경</vt:lpstr>
      <vt:lpstr>3. 우리가치(WeValue) 협업 프로젝트</vt:lpstr>
      <vt:lpstr>4. 우리가치 협업 철학</vt:lpstr>
      <vt:lpstr>5. 협업 공통 언어 (A-C-D)</vt:lpstr>
      <vt:lpstr>6. 협업 운영 흐름</vt:lpstr>
      <vt:lpstr>7. 협업 응답 기준</vt:lpstr>
      <vt:lpstr>8. 보호기록 체계</vt:lpstr>
      <vt:lpstr>9. 협업 도구</vt:lpstr>
      <vt:lpstr>10. 실제 협업 사례</vt:lpstr>
      <vt:lpstr>11. 협업 변화 및 기대 효과</vt:lpstr>
      <vt:lpstr>12. 병동 협조 사항</vt:lpstr>
      <vt:lpstr>13. 마무리 메시지</vt:lpstr>
      <vt:lpstr>14. Q&amp;A </vt:lpstr>
      <vt:lpstr>감사합니다.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라희 임</cp:lastModifiedBy>
  <cp:revision>103</cp:revision>
  <dcterms:created xsi:type="dcterms:W3CDTF">2026-03-04T12:11:45Z</dcterms:created>
  <dcterms:modified xsi:type="dcterms:W3CDTF">2026-03-07T03:40:37Z</dcterms:modified>
</cp:coreProperties>
</file>