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</p:sldIdLst>
  <p:sldSz cx="12192000" cy="6858000"/>
  <p:notesSz cx="10234613" cy="71040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61" userDrawn="1">
          <p15:clr>
            <a:srgbClr val="A4A3A4"/>
          </p15:clr>
        </p15:guide>
        <p15:guide id="4" pos="72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FF33CC"/>
    <a:srgbClr val="FFFF66"/>
    <a:srgbClr val="FFCC00"/>
    <a:srgbClr val="CCCC00"/>
    <a:srgbClr val="7CB953"/>
    <a:srgbClr val="FF99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3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468" y="144"/>
      </p:cViewPr>
      <p:guideLst>
        <p:guide orient="horz" pos="2160"/>
        <p:guide pos="3840"/>
        <p:guide pos="461"/>
        <p:guide pos="72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95" indent="0" algn="ctr">
              <a:buNone/>
              <a:defRPr sz="2000"/>
            </a:lvl2pPr>
            <a:lvl3pPr marL="914388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2" indent="0" algn="ctr">
              <a:buNone/>
              <a:defRPr sz="1600"/>
            </a:lvl6pPr>
            <a:lvl7pPr marL="2743166" indent="0" algn="ctr">
              <a:buNone/>
              <a:defRPr sz="1600"/>
            </a:lvl7pPr>
            <a:lvl8pPr marL="3200360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5621B7C7-040C-433E-8DE6-B1622BF9D35D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3" y="635635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25F7175B-0A31-44A6-B787-A2D9B36E4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011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790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5E340FC6-E6A7-455E-9AAA-6F936E8A105E}"/>
              </a:ext>
            </a:extLst>
          </p:cNvPr>
          <p:cNvGrpSpPr/>
          <p:nvPr userDrawn="1"/>
        </p:nvGrpSpPr>
        <p:grpSpPr>
          <a:xfrm>
            <a:off x="733929" y="427121"/>
            <a:ext cx="10724148" cy="6151936"/>
            <a:chOff x="1313447" y="2498453"/>
            <a:chExt cx="9565105" cy="3693694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DE4E6D6D-9129-4B79-ADBC-381BD77AD1C4}"/>
                </a:ext>
              </a:extLst>
            </p:cNvPr>
            <p:cNvSpPr/>
            <p:nvPr/>
          </p:nvSpPr>
          <p:spPr>
            <a:xfrm>
              <a:off x="1313447" y="2498453"/>
              <a:ext cx="9565105" cy="3693694"/>
            </a:xfrm>
            <a:prstGeom prst="roundRect">
              <a:avLst>
                <a:gd name="adj" fmla="val 47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0A5FAE2-5280-49F7-A6E8-CA0897BC2E16}"/>
                </a:ext>
              </a:extLst>
            </p:cNvPr>
            <p:cNvSpPr/>
            <p:nvPr/>
          </p:nvSpPr>
          <p:spPr>
            <a:xfrm>
              <a:off x="1341521" y="2516513"/>
              <a:ext cx="9486900" cy="3644660"/>
            </a:xfrm>
            <a:prstGeom prst="roundRect">
              <a:avLst>
                <a:gd name="adj" fmla="val 4580"/>
              </a:avLst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760175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19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9" r:id="rId2"/>
    <p:sldLayoutId id="2147483680" r:id="rId3"/>
  </p:sldLayoutIdLst>
  <p:txStyles>
    <p:titleStyle>
      <a:lvl1pPr algn="l" defTabSz="914388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8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5" indent="-228597" algn="l" defTabSz="91438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3" indent="-228597" algn="l" defTabSz="91438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7" indent="-228597" algn="l" defTabSz="91438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1" indent="-228597" algn="l" defTabSz="91438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8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8" algn="l" defTabSz="91438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2" algn="l" defTabSz="91438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6" algn="l" defTabSz="91438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0" algn="l" defTabSz="91438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DA0EBC-42DF-49A1-88BF-5AA9CA4A5E3A}"/>
              </a:ext>
            </a:extLst>
          </p:cNvPr>
          <p:cNvSpPr txBox="1"/>
          <p:nvPr/>
        </p:nvSpPr>
        <p:spPr>
          <a:xfrm>
            <a:off x="1118580" y="531972"/>
            <a:ext cx="7768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병동 순회 활동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6A2B2B7-3B17-4B9E-8E6F-97CEFDBF4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55337" y="2050960"/>
            <a:ext cx="4436770" cy="332758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670F073-C23A-487B-B289-23511ABB6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65" y="1496365"/>
            <a:ext cx="5915694" cy="443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091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</TotalTime>
  <Words>3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나눔바른고딕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rahee</dc:creator>
  <cp:lastModifiedBy>rahee</cp:lastModifiedBy>
  <cp:revision>100</cp:revision>
  <cp:lastPrinted>2026-05-05T05:36:09Z</cp:lastPrinted>
  <dcterms:created xsi:type="dcterms:W3CDTF">2026-04-12T10:09:22Z</dcterms:created>
  <dcterms:modified xsi:type="dcterms:W3CDTF">2026-05-05T06:13:07Z</dcterms:modified>
</cp:coreProperties>
</file>