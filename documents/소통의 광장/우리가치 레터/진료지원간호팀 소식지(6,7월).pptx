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1110" r:id="rId2"/>
    <p:sldId id="1109" r:id="rId3"/>
    <p:sldId id="1111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68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민 성" userId="cf1f1df607fbac1a" providerId="LiveId" clId="{C7E7E567-8CFE-4F63-8A0C-23CCCAAAC43C}"/>
    <pc:docChg chg="custSel modSld">
      <pc:chgData name="민민 성" userId="cf1f1df607fbac1a" providerId="LiveId" clId="{C7E7E567-8CFE-4F63-8A0C-23CCCAAAC43C}" dt="2026-08-05T13:22:29.668" v="128" actId="1076"/>
      <pc:docMkLst>
        <pc:docMk/>
      </pc:docMkLst>
      <pc:sldChg chg="modSp mod">
        <pc:chgData name="민민 성" userId="cf1f1df607fbac1a" providerId="LiveId" clId="{C7E7E567-8CFE-4F63-8A0C-23CCCAAAC43C}" dt="2026-08-05T13:19:20.147" v="80" actId="6549"/>
        <pc:sldMkLst>
          <pc:docMk/>
          <pc:sldMk cId="3043360944" sldId="1109"/>
        </pc:sldMkLst>
        <pc:spChg chg="mod">
          <ac:chgData name="민민 성" userId="cf1f1df607fbac1a" providerId="LiveId" clId="{C7E7E567-8CFE-4F63-8A0C-23CCCAAAC43C}" dt="2026-08-05T13:19:20.147" v="80" actId="6549"/>
          <ac:spMkLst>
            <pc:docMk/>
            <pc:sldMk cId="3043360944" sldId="1109"/>
            <ac:spMk id="17" creationId="{85095A79-0EA6-4497-8D9D-3008970D47EC}"/>
          </ac:spMkLst>
        </pc:spChg>
      </pc:sldChg>
      <pc:sldChg chg="modSp mod">
        <pc:chgData name="민민 성" userId="cf1f1df607fbac1a" providerId="LiveId" clId="{C7E7E567-8CFE-4F63-8A0C-23CCCAAAC43C}" dt="2026-07-24T02:02:00.889" v="0" actId="20577"/>
        <pc:sldMkLst>
          <pc:docMk/>
          <pc:sldMk cId="1042353832" sldId="1110"/>
        </pc:sldMkLst>
        <pc:spChg chg="mod">
          <ac:chgData name="민민 성" userId="cf1f1df607fbac1a" providerId="LiveId" clId="{C7E7E567-8CFE-4F63-8A0C-23CCCAAAC43C}" dt="2026-07-24T02:02:00.889" v="0" actId="20577"/>
          <ac:spMkLst>
            <pc:docMk/>
            <pc:sldMk cId="1042353832" sldId="1110"/>
            <ac:spMk id="9" creationId="{9F4C35EB-CC41-452A-95EB-DD3D2E3AEB11}"/>
          </ac:spMkLst>
        </pc:spChg>
      </pc:sldChg>
      <pc:sldChg chg="modSp mod">
        <pc:chgData name="민민 성" userId="cf1f1df607fbac1a" providerId="LiveId" clId="{C7E7E567-8CFE-4F63-8A0C-23CCCAAAC43C}" dt="2026-08-05T13:22:29.668" v="128" actId="1076"/>
        <pc:sldMkLst>
          <pc:docMk/>
          <pc:sldMk cId="1517067508" sldId="1111"/>
        </pc:sldMkLst>
        <pc:spChg chg="mod">
          <ac:chgData name="민민 성" userId="cf1f1df607fbac1a" providerId="LiveId" clId="{C7E7E567-8CFE-4F63-8A0C-23CCCAAAC43C}" dt="2026-08-05T13:22:17.770" v="126" actId="2710"/>
          <ac:spMkLst>
            <pc:docMk/>
            <pc:sldMk cId="1517067508" sldId="1111"/>
            <ac:spMk id="17" creationId="{85095A79-0EA6-4497-8D9D-3008970D47EC}"/>
          </ac:spMkLst>
        </pc:spChg>
        <pc:picChg chg="mod">
          <ac:chgData name="민민 성" userId="cf1f1df607fbac1a" providerId="LiveId" clId="{C7E7E567-8CFE-4F63-8A0C-23CCCAAAC43C}" dt="2026-08-05T13:22:29.668" v="128" actId="1076"/>
          <ac:picMkLst>
            <pc:docMk/>
            <pc:sldMk cId="1517067508" sldId="1111"/>
            <ac:picMk id="3" creationId="{8DFA4813-4AF3-4087-99E3-0A0E6E70211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A51F0-611D-4960-B788-56BB0C96AF21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C48C4-1E73-40D6-85D0-5E5966D38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667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ED9FD-E6B5-4E14-8B99-3F77BF745AD0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6932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53707-2865-487A-9B19-138EE8B97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666EAB-9282-43C7-B5A3-836F410EF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E37F02-F813-4811-AFB3-AEE83536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F59E-D461-43D2-98B5-D4360F471844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F19F7E-A139-4689-9E09-4778C2D05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071CDD-E02E-4443-A78A-4FB4CBE4A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5838-1793-4022-9588-400B856029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258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455142-8106-4930-AF59-45C4EFF7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166F09-2DD4-482B-8EBC-1513D83B6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C0D13D-AD79-48A9-B41B-D19E86DD5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F59E-D461-43D2-98B5-D4360F471844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C57F13-448A-4EDE-94FE-86FC490DD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4032CB-59AC-404E-9F2B-18BF7F17B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5838-1793-4022-9588-400B856029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851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98234-F5C3-4F5B-A86A-40BF6DA66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B28491-ECE1-4272-9CCB-2DEABD4AA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5E78C6-46DE-43DB-85F6-0E9FFA20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F59E-D461-43D2-98B5-D4360F471844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09277B-B5FA-47B5-BA2C-5C947BAFA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F7DC6-3034-4EE3-A0F5-92B41207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5838-1793-4022-9588-400B856029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06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91A82-B357-42D6-9B56-2121B066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AC6E0-215D-4747-BABD-87167DF4D5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356C14-26AA-4AD2-B52C-E35B8559D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9110F6-9E0B-4461-AE3A-4658283A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F59E-D461-43D2-98B5-D4360F471844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A6CE12-FB5B-42AA-818B-CE0FAA8B7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5E0579-A6E5-4653-9B37-D16D4E63F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5838-1793-4022-9588-400B856029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258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0B53A-97D2-4B38-8383-20F0BF5D6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F852CE-20F7-4C69-B62B-022E9F4DE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02BC75-13AF-43AA-A95C-741E23472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13422D-F0C4-4725-BD89-6D327421AD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186772-F337-4DB2-BF9B-B0D6B3A40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D2E8D9-4188-41C2-8B91-1306A6479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F59E-D461-43D2-98B5-D4360F471844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AFBAD5-D836-44E8-9F52-292C2697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29131F-8485-48AA-9C07-F6581791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5838-1793-4022-9588-400B856029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72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EA78F-DB56-4E61-B2F4-C7EBD18CA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3B8F1D-43B7-4A4D-8905-899B49CE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F59E-D461-43D2-98B5-D4360F471844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54D97D-74F7-4C48-8CE9-CFAA7794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B534A9-627F-40CC-8925-4EF5147F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5838-1793-4022-9588-400B856029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047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BF3083-3328-45EB-A53A-A8B6407FF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F59E-D461-43D2-98B5-D4360F471844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EA72CC-CC72-4D6D-8199-CFD005DA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75A43C-7A19-4C3E-82B2-1BE109E14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5838-1793-4022-9588-400B856029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915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B0FA7-073F-4EE1-855D-8C239BE2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90188A-3245-47AC-AFFE-CE0F421D9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FAB96D-4F42-406E-A0DB-B1828ACE9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C950A6-6DE1-476D-9086-41546055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F59E-D461-43D2-98B5-D4360F471844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2C4990-9AD9-4930-AD7D-28D30DE64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D82100-47D6-400A-B34C-5CF85D9DB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5838-1793-4022-9588-400B856029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81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3C41A-B72E-42C2-A556-E2C2F52A9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926495-41DA-4386-9F16-22585A627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CBD203-ED00-46A7-A6F3-2FDAE49F2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2BADD3-47BB-485E-AAD1-B3E4A4B1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F59E-D461-43D2-98B5-D4360F471844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51F519-8C9E-497A-AF76-87423555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9622BF-DF3C-4440-B2AA-DF375DC2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5838-1793-4022-9588-400B856029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532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B1826-F046-4B55-836A-5346F895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9BD0A2-AEEB-4135-989A-05FE33A1C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6529A-4AFD-49C9-87C1-92F5D9BF8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F59E-D461-43D2-98B5-D4360F471844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2ABDE7-2930-417A-8C74-BAED3BF8F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D56511-9CD9-4793-8A7A-3583D3C2D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5838-1793-4022-9588-400B856029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54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A79357B-E73B-4BD4-B7DE-4162DAC570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F19CC9-FA6D-434F-8312-5C5B80137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06EB12-04AF-44BF-8A38-9F99ACDA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F59E-D461-43D2-98B5-D4360F471844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363D7-00DD-4BD7-9894-3AC8BE42D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BD99C1-2504-49A6-9244-63CDA0B3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95838-1793-4022-9588-400B856029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96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EEC60E-454E-4595-8378-E0DD7AEBA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B6D2E6-E554-4E10-9636-5D9E31421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DE7E9-FBEB-4309-88DD-950811A44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8F59E-D461-43D2-98B5-D4360F471844}" type="datetimeFigureOut">
              <a:rPr lang="ko-KR" altLang="en-US" smtClean="0"/>
              <a:t>2026-08-05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06DF92-2DF6-47C7-AE8C-E267CD02D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B7D81D-8476-4BDD-B8DC-BC6033E97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95838-1793-4022-9588-400B856029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94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81E4941-730A-4F60-8C18-2E99A937C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5840" y="0"/>
            <a:ext cx="12192000" cy="6858000"/>
          </a:xfrm>
          <a:prstGeom prst="rect">
            <a:avLst/>
          </a:prstGeom>
          <a:solidFill>
            <a:srgbClr val="F7F7F7"/>
          </a:solidFill>
        </p:spPr>
      </p:pic>
      <p:sp>
        <p:nvSpPr>
          <p:cNvPr id="9" name="Text 8">
            <a:extLst>
              <a:ext uri="{FF2B5EF4-FFF2-40B4-BE49-F238E27FC236}">
                <a16:creationId xmlns:a16="http://schemas.microsoft.com/office/drawing/2014/main" id="{9F4C35EB-CC41-452A-95EB-DD3D2E3AEB11}"/>
              </a:ext>
            </a:extLst>
          </p:cNvPr>
          <p:cNvSpPr/>
          <p:nvPr/>
        </p:nvSpPr>
        <p:spPr>
          <a:xfrm>
            <a:off x="8434922" y="5983618"/>
            <a:ext cx="3600000" cy="4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b="1" kern="0" spc="150" dirty="0">
              <a:solidFill>
                <a:srgbClr val="7A7A7A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r>
              <a:rPr lang="ko-KR" altLang="en-US" sz="2400" b="1" kern="0" spc="-20" baseline="30000" dirty="0">
                <a:solidFill>
                  <a:srgbClr val="1C293C"/>
                </a:solidFill>
                <a:latin typeface="Noto Sans KR" pitchFamily="34" charset="0"/>
                <a:ea typeface="Noto Sans KR" pitchFamily="34" charset="-122"/>
              </a:rPr>
              <a:t>진료지원간호팀  소식지</a:t>
            </a:r>
            <a:endParaRPr lang="en-US" altLang="ko-KR" sz="2400" baseline="30000" dirty="0">
              <a:solidFill>
                <a:srgbClr val="1C293C"/>
              </a:solidFill>
            </a:endParaRPr>
          </a:p>
          <a:p>
            <a:pPr marL="0" indent="0">
              <a:buNone/>
            </a:pPr>
            <a:endParaRPr lang="en-US" sz="900" dirty="0">
              <a:latin typeface="Noto Sans KR" panose="020B0200000000000000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675971E-904F-47D0-8E39-09A5F2A98181}"/>
              </a:ext>
            </a:extLst>
          </p:cNvPr>
          <p:cNvCxnSpPr>
            <a:cxnSpLocks/>
          </p:cNvCxnSpPr>
          <p:nvPr/>
        </p:nvCxnSpPr>
        <p:spPr>
          <a:xfrm>
            <a:off x="8434922" y="5658184"/>
            <a:ext cx="757238" cy="0"/>
          </a:xfrm>
          <a:prstGeom prst="line">
            <a:avLst/>
          </a:prstGeom>
          <a:ln w="38100">
            <a:solidFill>
              <a:srgbClr val="C6A2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BCCBBCC-2F53-4FDE-8190-BCCFEB5B85E5}"/>
              </a:ext>
            </a:extLst>
          </p:cNvPr>
          <p:cNvSpPr txBox="1"/>
          <p:nvPr/>
        </p:nvSpPr>
        <p:spPr>
          <a:xfrm>
            <a:off x="7523078" y="1576171"/>
            <a:ext cx="44924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b="1" dirty="0">
                <a:solidFill>
                  <a:srgbClr val="19283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우리 가치 레터</a:t>
            </a:r>
            <a:endParaRPr lang="en-US" altLang="ko-KR" sz="4000" b="1" dirty="0">
              <a:solidFill>
                <a:srgbClr val="19283D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en-US" altLang="ko-KR" sz="4000" b="1" dirty="0">
                <a:solidFill>
                  <a:srgbClr val="19283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[6.7</a:t>
            </a:r>
            <a:r>
              <a:rPr lang="ko-KR" altLang="en-US" sz="4000" b="1" dirty="0">
                <a:solidFill>
                  <a:srgbClr val="19283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활동 보고</a:t>
            </a:r>
            <a:r>
              <a:rPr lang="en-US" altLang="ko-KR" sz="4000" b="1" dirty="0">
                <a:solidFill>
                  <a:srgbClr val="19283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en-US" sz="4000" b="1" dirty="0">
              <a:solidFill>
                <a:srgbClr val="19283D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2353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1A012237-6C88-94CE-B47D-496FBED6C955}"/>
              </a:ext>
            </a:extLst>
          </p:cNvPr>
          <p:cNvGrpSpPr/>
          <p:nvPr/>
        </p:nvGrpSpPr>
        <p:grpSpPr>
          <a:xfrm>
            <a:off x="420684" y="445365"/>
            <a:ext cx="11270616" cy="441326"/>
            <a:chOff x="420684" y="445365"/>
            <a:chExt cx="11270616" cy="441326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89F455A0-6BA4-B96B-FEAD-5DA40E1AEE02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" y="879764"/>
              <a:ext cx="11196000" cy="6927"/>
            </a:xfrm>
            <a:prstGeom prst="line">
              <a:avLst/>
            </a:prstGeom>
            <a:ln>
              <a:solidFill>
                <a:srgbClr val="C99A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8B5BD62-0FB6-01B6-0B0A-4D407F54E559}"/>
                </a:ext>
              </a:extLst>
            </p:cNvPr>
            <p:cNvSpPr txBox="1"/>
            <p:nvPr/>
          </p:nvSpPr>
          <p:spPr>
            <a:xfrm>
              <a:off x="420684" y="445365"/>
              <a:ext cx="587377" cy="24130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r>
                <a:rPr lang="en-US" altLang="ko-KR" sz="3200" b="1" dirty="0">
                  <a:solidFill>
                    <a:srgbClr val="19283D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01</a:t>
              </a:r>
              <a:endParaRPr lang="ko-KR" altLang="en-US" sz="3200" b="1" dirty="0">
                <a:solidFill>
                  <a:srgbClr val="19283D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BC16051-7331-6054-DB3C-4513CC67050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61" y="458015"/>
              <a:ext cx="0" cy="216000"/>
            </a:xfrm>
            <a:prstGeom prst="line">
              <a:avLst/>
            </a:prstGeom>
            <a:ln>
              <a:solidFill>
                <a:srgbClr val="19283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A02DFCE-FCF0-4EE6-B269-D6DEFEA19CE3}"/>
              </a:ext>
            </a:extLst>
          </p:cNvPr>
          <p:cNvSpPr txBox="1"/>
          <p:nvPr/>
        </p:nvSpPr>
        <p:spPr>
          <a:xfrm>
            <a:off x="1008061" y="28655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6</a:t>
            </a:r>
            <a:r>
              <a:rPr lang="ko-KR" altLang="en-US" sz="2800" dirty="0"/>
              <a:t>월 주요 활동 경과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095A79-0EA6-4497-8D9D-3008970D47EC}"/>
              </a:ext>
            </a:extLst>
          </p:cNvPr>
          <p:cNvSpPr txBox="1"/>
          <p:nvPr/>
        </p:nvSpPr>
        <p:spPr>
          <a:xfrm>
            <a:off x="420684" y="950755"/>
            <a:ext cx="114183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800" dirty="0"/>
              <a:t>25</a:t>
            </a:r>
            <a:r>
              <a:rPr lang="ko-KR" altLang="en-US" sz="2800" dirty="0"/>
              <a:t>회 </a:t>
            </a:r>
            <a:r>
              <a:rPr lang="en-US" altLang="ko-KR" sz="2800" dirty="0"/>
              <a:t>QI</a:t>
            </a:r>
            <a:r>
              <a:rPr lang="ko-KR" altLang="en-US" sz="2800" dirty="0"/>
              <a:t>중간 발표회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000" dirty="0"/>
              <a:t>2026.6.18 </a:t>
            </a:r>
            <a:r>
              <a:rPr lang="ko-KR" altLang="en-US" sz="2000" dirty="0" err="1"/>
              <a:t>현곡홀에서</a:t>
            </a:r>
            <a:r>
              <a:rPr lang="ko-KR" altLang="en-US" sz="2000" dirty="0"/>
              <a:t> 진행된 </a:t>
            </a:r>
            <a:r>
              <a:rPr lang="en-US" altLang="ko-KR" sz="2000" dirty="0"/>
              <a:t>[2026</a:t>
            </a:r>
            <a:r>
              <a:rPr lang="ko-KR" altLang="en-US" sz="2000" dirty="0"/>
              <a:t>년 부서별 </a:t>
            </a:r>
            <a:r>
              <a:rPr lang="en-US" altLang="ko-KR" sz="2000" dirty="0"/>
              <a:t>QI</a:t>
            </a:r>
            <a:r>
              <a:rPr lang="ko-KR" altLang="en-US" sz="2000" dirty="0"/>
              <a:t>중간발표회</a:t>
            </a:r>
            <a:r>
              <a:rPr lang="en-US" altLang="ko-KR" sz="2000" dirty="0"/>
              <a:t>]</a:t>
            </a:r>
            <a:r>
              <a:rPr lang="ko-KR" altLang="en-US" sz="2000" dirty="0"/>
              <a:t>에서</a:t>
            </a:r>
            <a:endParaRPr lang="en-US" altLang="ko-KR" sz="2000" dirty="0"/>
          </a:p>
          <a:p>
            <a:r>
              <a:rPr lang="en-US" altLang="ko-KR" sz="2000" dirty="0"/>
              <a:t>“</a:t>
            </a:r>
            <a:r>
              <a:rPr lang="ko-KR" altLang="en-US" sz="2000" dirty="0"/>
              <a:t>이보다 더 좋을 순 없다</a:t>
            </a:r>
            <a:r>
              <a:rPr lang="en-US" altLang="ko-KR" sz="2000" dirty="0"/>
              <a:t>, </a:t>
            </a:r>
            <a:r>
              <a:rPr lang="ko-KR" altLang="en-US" sz="2000" dirty="0"/>
              <a:t>협업기반 간호현장</a:t>
            </a:r>
            <a:r>
              <a:rPr lang="en-US" altLang="ko-KR" sz="2000" dirty="0"/>
              <a:t>”</a:t>
            </a:r>
            <a:r>
              <a:rPr lang="ko-KR" altLang="en-US" sz="2000" dirty="0"/>
              <a:t>이라는 주제로 발표를 마쳤습니다</a:t>
            </a:r>
            <a:r>
              <a:rPr lang="en-US" altLang="ko-KR" sz="2000" dirty="0"/>
              <a:t>. </a:t>
            </a:r>
            <a:endParaRPr lang="ko-KR" altLang="en-US" sz="20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64C14BA-E3EF-43CF-BC6B-E18DD0593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01" y="2789261"/>
            <a:ext cx="5317810" cy="332792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18F0B02-0D72-4020-93A6-50D291ADE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490" y="2789260"/>
            <a:ext cx="5317810" cy="332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60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1A012237-6C88-94CE-B47D-496FBED6C955}"/>
              </a:ext>
            </a:extLst>
          </p:cNvPr>
          <p:cNvGrpSpPr/>
          <p:nvPr/>
        </p:nvGrpSpPr>
        <p:grpSpPr>
          <a:xfrm>
            <a:off x="420684" y="445365"/>
            <a:ext cx="11270616" cy="441326"/>
            <a:chOff x="420684" y="445365"/>
            <a:chExt cx="11270616" cy="441326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89F455A0-6BA4-B96B-FEAD-5DA40E1AEE02}"/>
                </a:ext>
              </a:extLst>
            </p:cNvPr>
            <p:cNvCxnSpPr>
              <a:cxnSpLocks/>
            </p:cNvCxnSpPr>
            <p:nvPr/>
          </p:nvCxnSpPr>
          <p:spPr>
            <a:xfrm>
              <a:off x="495300" y="879764"/>
              <a:ext cx="11196000" cy="6927"/>
            </a:xfrm>
            <a:prstGeom prst="line">
              <a:avLst/>
            </a:prstGeom>
            <a:ln>
              <a:solidFill>
                <a:srgbClr val="C99A5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8B5BD62-0FB6-01B6-0B0A-4D407F54E559}"/>
                </a:ext>
              </a:extLst>
            </p:cNvPr>
            <p:cNvSpPr txBox="1"/>
            <p:nvPr/>
          </p:nvSpPr>
          <p:spPr>
            <a:xfrm>
              <a:off x="420684" y="445365"/>
              <a:ext cx="587377" cy="241300"/>
            </a:xfrm>
            <a:prstGeom prst="rect">
              <a:avLst/>
            </a:prstGeom>
            <a:noFill/>
          </p:spPr>
          <p:txBody>
            <a:bodyPr wrap="none" rtlCol="0" anchor="ctr">
              <a:noAutofit/>
            </a:bodyPr>
            <a:lstStyle/>
            <a:p>
              <a:r>
                <a:rPr lang="en-US" altLang="ko-KR" sz="3200" b="1" dirty="0">
                  <a:solidFill>
                    <a:srgbClr val="19283D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02</a:t>
              </a:r>
              <a:endParaRPr lang="ko-KR" altLang="en-US" sz="3200" b="1" dirty="0">
                <a:solidFill>
                  <a:srgbClr val="19283D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3BC16051-7331-6054-DB3C-4513CC67050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061" y="458015"/>
              <a:ext cx="0" cy="216000"/>
            </a:xfrm>
            <a:prstGeom prst="line">
              <a:avLst/>
            </a:prstGeom>
            <a:ln>
              <a:solidFill>
                <a:srgbClr val="19283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A02DFCE-FCF0-4EE6-B269-D6DEFEA19CE3}"/>
              </a:ext>
            </a:extLst>
          </p:cNvPr>
          <p:cNvSpPr txBox="1"/>
          <p:nvPr/>
        </p:nvSpPr>
        <p:spPr>
          <a:xfrm>
            <a:off x="1008061" y="28655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7</a:t>
            </a:r>
            <a:r>
              <a:rPr lang="ko-KR" altLang="en-US" sz="2800" dirty="0"/>
              <a:t>월 주요 활동 경과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095A79-0EA6-4497-8D9D-3008970D47EC}"/>
              </a:ext>
            </a:extLst>
          </p:cNvPr>
          <p:cNvSpPr txBox="1"/>
          <p:nvPr/>
        </p:nvSpPr>
        <p:spPr>
          <a:xfrm>
            <a:off x="407426" y="956680"/>
            <a:ext cx="6345799" cy="4883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solidFill>
                  <a:srgbClr val="222222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간호 역량 강화 세미나 참석</a:t>
            </a:r>
            <a:endParaRPr lang="en-US" altLang="ko-KR" sz="2800" b="0" i="0" dirty="0">
              <a:solidFill>
                <a:srgbClr val="222222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indent="-342900">
              <a:buAutoNum type="arabicPeriod"/>
            </a:pPr>
            <a:endParaRPr lang="en-US" altLang="ko-KR" sz="2800" b="0" i="0" dirty="0">
              <a:solidFill>
                <a:srgbClr val="222222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목적 및 배경</a:t>
            </a:r>
            <a:r>
              <a:rPr lang="en-US" altLang="ko-KR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endParaRPr lang="en-US" altLang="ko-KR" sz="20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진료지원업무 제도화 추진에 발맞추어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진료지원간호사의 명확한 역할 정립과 업무 전문성 확대를 위한 간호 역량 고도화 방안을 모색하고자 참석함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주요 내용</a:t>
            </a:r>
            <a:r>
              <a:rPr lang="en-US" altLang="ko-KR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진료지원업무 법제화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제도화 경향에 따른 간호 역량 고도화 전략 공유</a:t>
            </a:r>
            <a:endParaRPr lang="en-US" altLang="ko-KR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타 병원의 진료지원간호사 운영 우수 사례 및 임상 실무 적용 프로세스 벤치마킹</a:t>
            </a:r>
            <a:endParaRPr lang="ko-KR" altLang="en-US" sz="16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FA4813-4AF3-4087-99E3-0A0E6E702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769" y="2083004"/>
            <a:ext cx="4811532" cy="38952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1ED5FC-89C6-4414-9716-9304C39CDAAF}"/>
              </a:ext>
            </a:extLst>
          </p:cNvPr>
          <p:cNvSpPr txBox="1"/>
          <p:nvPr/>
        </p:nvSpPr>
        <p:spPr>
          <a:xfrm>
            <a:off x="714372" y="1459831"/>
            <a:ext cx="184731" cy="369332"/>
          </a:xfrm>
          <a:prstGeom prst="rect">
            <a:avLst/>
          </a:prstGeom>
          <a:noFill/>
        </p:spPr>
        <p:txBody>
          <a:bodyPr wrap="none" numCol="2" rtlCol="0">
            <a:spAutoFit/>
          </a:bodyPr>
          <a:lstStyle/>
          <a:p>
            <a:pPr algn="just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067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110</Words>
  <Application>Microsoft Office PowerPoint</Application>
  <PresentationFormat>와이드스크린</PresentationFormat>
  <Paragraphs>20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KoPub돋움체 Light</vt:lpstr>
      <vt:lpstr>Noto Sans KR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민민 성</cp:lastModifiedBy>
  <cp:revision>9</cp:revision>
  <dcterms:created xsi:type="dcterms:W3CDTF">2026-07-23T23:25:07Z</dcterms:created>
  <dcterms:modified xsi:type="dcterms:W3CDTF">2026-08-05T13:22:30Z</dcterms:modified>
</cp:coreProperties>
</file>