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sldIdLst>
    <p:sldId id="256" r:id="rId2"/>
    <p:sldId id="295" r:id="rId3"/>
    <p:sldId id="296" r:id="rId4"/>
    <p:sldId id="294" r:id="rId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234" userDrawn="1">
          <p15:clr>
            <a:srgbClr val="A4A3A4"/>
          </p15:clr>
        </p15:guide>
        <p15:guide id="3" pos="7446" userDrawn="1">
          <p15:clr>
            <a:srgbClr val="A4A3A4"/>
          </p15:clr>
        </p15:guide>
        <p15:guide id="4" pos="529" userDrawn="1">
          <p15:clr>
            <a:srgbClr val="A4A3A4"/>
          </p15:clr>
        </p15:guide>
        <p15:guide id="7" pos="3863" userDrawn="1">
          <p15:clr>
            <a:srgbClr val="A4A3A4"/>
          </p15:clr>
        </p15:guide>
        <p15:guide id="9" pos="7151" userDrawn="1">
          <p15:clr>
            <a:srgbClr val="A4A3A4"/>
          </p15:clr>
        </p15:guide>
        <p15:guide id="10" orient="horz" pos="2160" userDrawn="1">
          <p15:clr>
            <a:srgbClr val="A4A3A4"/>
          </p15:clr>
        </p15:guide>
        <p15:guide id="11" orient="horz" pos="3952" userDrawn="1">
          <p15:clr>
            <a:srgbClr val="A4A3A4"/>
          </p15:clr>
        </p15:guide>
        <p15:guide id="12" orient="horz" pos="867" userDrawn="1">
          <p15:clr>
            <a:srgbClr val="A4A3A4"/>
          </p15:clr>
        </p15:guide>
        <p15:guide id="13" orient="horz" pos="120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4549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3487" autoAdjust="0"/>
  </p:normalViewPr>
  <p:slideViewPr>
    <p:cSldViewPr snapToGrid="0">
      <p:cViewPr varScale="1">
        <p:scale>
          <a:sx n="148" d="100"/>
          <a:sy n="148" d="100"/>
        </p:scale>
        <p:origin x="552" y="132"/>
      </p:cViewPr>
      <p:guideLst>
        <p:guide pos="234"/>
        <p:guide pos="7446"/>
        <p:guide pos="529"/>
        <p:guide pos="3863"/>
        <p:guide pos="7151"/>
        <p:guide orient="horz" pos="2160"/>
        <p:guide orient="horz" pos="3952"/>
        <p:guide orient="horz" pos="867"/>
        <p:guide orient="horz" pos="1207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E2001C-857C-44DF-8FE3-7E7EA72EA642}" type="datetimeFigureOut">
              <a:rPr lang="ko-KR" altLang="en-US" smtClean="0"/>
              <a:t>2026-04-17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44A9A12-E110-4E26-8834-B65FA9FF0C5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723821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500" dirty="0"/>
              <a:t>안녕하십니까</a:t>
            </a:r>
            <a:r>
              <a:rPr lang="en-US" altLang="ko-KR" sz="500" dirty="0"/>
              <a:t>. 2026</a:t>
            </a:r>
            <a:r>
              <a:rPr lang="ko-KR" altLang="en-US" sz="500" dirty="0"/>
              <a:t>년 진료지원간호팀의 </a:t>
            </a:r>
            <a:r>
              <a:rPr lang="en-US" altLang="ko-KR" sz="500" dirty="0"/>
              <a:t>QI </a:t>
            </a:r>
            <a:r>
              <a:rPr lang="ko-KR" altLang="en-US" sz="500" dirty="0"/>
              <a:t>활동</a:t>
            </a:r>
            <a:r>
              <a:rPr lang="en-US" altLang="ko-KR" sz="500" dirty="0"/>
              <a:t>, **‘</a:t>
            </a:r>
            <a:r>
              <a:rPr lang="ko-KR" altLang="en-US" sz="500" dirty="0"/>
              <a:t>이보다 더 좋을 순 없다</a:t>
            </a:r>
            <a:r>
              <a:rPr lang="en-US" altLang="ko-KR" sz="500" dirty="0"/>
              <a:t>! </a:t>
            </a:r>
            <a:r>
              <a:rPr lang="ko-KR" altLang="en-US" sz="500" dirty="0"/>
              <a:t>협업 기반 간호 현장’**의 발표를 맡은 이비인후과 전담간호사 이미자입니다</a:t>
            </a:r>
            <a:r>
              <a:rPr lang="en-US" altLang="ko-KR" sz="500" dirty="0"/>
              <a:t>.</a:t>
            </a:r>
          </a:p>
          <a:p>
            <a:r>
              <a:rPr lang="ko-KR" altLang="en-US" sz="500" dirty="0"/>
              <a:t>저희 프로젝트 </a:t>
            </a:r>
            <a:r>
              <a:rPr lang="ko-KR" altLang="en-US" sz="500" dirty="0" err="1"/>
              <a:t>팀명인</a:t>
            </a:r>
            <a:r>
              <a:rPr lang="ko-KR" altLang="en-US" sz="500" dirty="0"/>
              <a:t> **‘</a:t>
            </a:r>
            <a:r>
              <a:rPr lang="en-US" altLang="ko-KR" sz="500" dirty="0" err="1"/>
              <a:t>WeValue</a:t>
            </a:r>
            <a:r>
              <a:rPr lang="en-US" altLang="ko-KR" sz="500" dirty="0"/>
              <a:t>(</a:t>
            </a:r>
            <a:r>
              <a:rPr lang="ko-KR" altLang="en-US" sz="500" dirty="0" err="1"/>
              <a:t>우리가치</a:t>
            </a:r>
            <a:r>
              <a:rPr lang="en-US" altLang="ko-KR" sz="500" dirty="0"/>
              <a:t>)’**</a:t>
            </a:r>
            <a:r>
              <a:rPr lang="ko-KR" altLang="en-US" sz="500" dirty="0"/>
              <a:t>에는 두 가지 큰 의미가 담겨 있습니다</a:t>
            </a:r>
            <a:r>
              <a:rPr lang="en-US" altLang="ko-KR" sz="500" dirty="0"/>
              <a:t>. </a:t>
            </a:r>
            <a:r>
              <a:rPr lang="ko-KR" altLang="en-US" sz="500" dirty="0"/>
              <a:t>첫 번째는 진료지원간호사</a:t>
            </a:r>
            <a:r>
              <a:rPr lang="en-US" altLang="ko-KR" sz="500" dirty="0"/>
              <a:t>(PA)</a:t>
            </a:r>
            <a:r>
              <a:rPr lang="ko-KR" altLang="en-US" sz="500" dirty="0"/>
              <a:t>와 병동 간호사가 환자의 회복이라는 하나의 목표를 위해 </a:t>
            </a:r>
            <a:r>
              <a:rPr lang="ko-KR" altLang="en-US" sz="500" b="1" dirty="0"/>
              <a:t>‘우리 같이’</a:t>
            </a:r>
            <a:r>
              <a:rPr lang="ko-KR" altLang="en-US" sz="500" dirty="0"/>
              <a:t> 움직이는 든든한 파트너라는 뜻이며</a:t>
            </a:r>
            <a:r>
              <a:rPr lang="en-US" altLang="ko-KR" sz="500" dirty="0"/>
              <a:t>, </a:t>
            </a:r>
            <a:r>
              <a:rPr lang="ko-KR" altLang="en-US" sz="500" dirty="0"/>
              <a:t>두 번째는 우리 모두가 전문가로서 </a:t>
            </a:r>
            <a:r>
              <a:rPr lang="ko-KR" altLang="en-US" sz="500" dirty="0" err="1"/>
              <a:t>존중받는</a:t>
            </a:r>
            <a:r>
              <a:rPr lang="ko-KR" altLang="en-US" sz="500" dirty="0"/>
              <a:t> **‘우리의 가치’**를 함께 높여보자는 약속입니다</a:t>
            </a:r>
            <a:r>
              <a:rPr lang="en-US" altLang="ko-KR" sz="500" dirty="0"/>
              <a:t>.</a:t>
            </a:r>
          </a:p>
          <a:p>
            <a:r>
              <a:rPr lang="ko-KR" altLang="en-US" sz="500" dirty="0"/>
              <a:t>오늘 이 자리를 통해 우리 모두가 전문가로서의 자부심을 지키며</a:t>
            </a:r>
            <a:r>
              <a:rPr lang="en-US" altLang="ko-KR" sz="500" dirty="0"/>
              <a:t>, </a:t>
            </a:r>
            <a:r>
              <a:rPr lang="ko-KR" altLang="en-US" sz="500" dirty="0"/>
              <a:t>더 기분 좋게 일할 수 있는 협업 기반의 간호 현장을 함께 설계해보고자 합니다</a:t>
            </a:r>
            <a:r>
              <a:rPr lang="en-US" altLang="ko-KR" sz="500" dirty="0"/>
              <a:t>. 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4A9A12-E110-4E26-8834-B65FA9FF0C55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49913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바쁘신 와중에도 우리 모두의 더 나은 내일을 위해 </a:t>
            </a:r>
            <a:r>
              <a:rPr lang="ko-KR" altLang="en-US" dirty="0" err="1"/>
              <a:t>함께해주셔서</a:t>
            </a:r>
            <a:r>
              <a:rPr lang="ko-KR" altLang="en-US" dirty="0"/>
              <a:t> 진심으로 감사합니다</a:t>
            </a:r>
            <a:r>
              <a:rPr lang="en-US" altLang="ko-KR" dirty="0"/>
              <a:t>."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4A9A12-E110-4E26-8834-B65FA9FF0C55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37834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solidFill>
                  <a:srgbClr val="24549C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23" indent="0" algn="ctr">
              <a:buNone/>
              <a:defRPr sz="2000"/>
            </a:lvl2pPr>
            <a:lvl3pPr marL="914446" indent="0" algn="ctr">
              <a:buNone/>
              <a:defRPr sz="1800"/>
            </a:lvl3pPr>
            <a:lvl4pPr marL="1371669" indent="0" algn="ctr">
              <a:buNone/>
              <a:defRPr sz="1600"/>
            </a:lvl4pPr>
            <a:lvl5pPr marL="1828891" indent="0" algn="ctr">
              <a:buNone/>
              <a:defRPr sz="1600"/>
            </a:lvl5pPr>
            <a:lvl6pPr marL="2286114" indent="0" algn="ctr">
              <a:buNone/>
              <a:defRPr sz="1600"/>
            </a:lvl6pPr>
            <a:lvl7pPr marL="2743337" indent="0" algn="ctr">
              <a:buNone/>
              <a:defRPr sz="1600"/>
            </a:lvl7pPr>
            <a:lvl8pPr marL="3200560" indent="0" algn="ctr">
              <a:buNone/>
              <a:defRPr sz="1600"/>
            </a:lvl8pPr>
            <a:lvl9pPr marL="3657783" indent="0" algn="ctr">
              <a:buNone/>
              <a:defRPr sz="1600"/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55E2E-83CD-4389-B2E3-FB6950584B2A}" type="datetimeFigureOut">
              <a:rPr lang="ko-KR" altLang="en-US" smtClean="0"/>
              <a:t>2026-04-17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223E0D-8027-4312-A40C-E315FC59675E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A763B2B-AF03-07AD-EE0A-B42A3C6B7980}"/>
              </a:ext>
            </a:extLst>
          </p:cNvPr>
          <p:cNvSpPr txBox="1"/>
          <p:nvPr userDrawn="1"/>
        </p:nvSpPr>
        <p:spPr>
          <a:xfrm flipH="1">
            <a:off x="10010507" y="6308208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>
                <a:solidFill>
                  <a:srgbClr val="24549C"/>
                </a:solidFill>
              </a:rPr>
              <a:t>진료지원간호팀</a:t>
            </a:r>
          </a:p>
        </p:txBody>
      </p:sp>
      <p:pic>
        <p:nvPicPr>
          <p:cNvPr id="7" name="_x189390376" descr="EMB000038242a1a">
            <a:extLst>
              <a:ext uri="{FF2B5EF4-FFF2-40B4-BE49-F238E27FC236}">
                <a16:creationId xmlns:a16="http://schemas.microsoft.com/office/drawing/2014/main" id="{A0A0659D-0D17-3ECD-5DAD-5C88B84A5B5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7772" y="408424"/>
            <a:ext cx="1912990" cy="1144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392395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 algn="l" defTabSz="914446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lang="ko-KR" altLang="en-US" sz="3667" kern="1200" baseline="0" dirty="0">
                <a:solidFill>
                  <a:srgbClr val="091C78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+mj-cs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55E2E-83CD-4389-B2E3-FB6950584B2A}" type="datetimeFigureOut">
              <a:rPr lang="ko-KR" altLang="en-US" smtClean="0"/>
              <a:t>2026-04-17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223E0D-8027-4312-A40C-E315FC59675E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373A9FFC-5E32-F50E-16FF-71E12955C696}"/>
              </a:ext>
            </a:extLst>
          </p:cNvPr>
          <p:cNvCxnSpPr/>
          <p:nvPr userDrawn="1"/>
        </p:nvCxnSpPr>
        <p:spPr>
          <a:xfrm>
            <a:off x="1778000" y="1147203"/>
            <a:ext cx="991325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_x189390376" descr="EMB000038242a1a">
            <a:extLst>
              <a:ext uri="{FF2B5EF4-FFF2-40B4-BE49-F238E27FC236}">
                <a16:creationId xmlns:a16="http://schemas.microsoft.com/office/drawing/2014/main" id="{3B75B0BB-08A8-4824-8F99-4276338C564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5601" y="292069"/>
            <a:ext cx="1252699" cy="7493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5C1B334-1EF5-DB6E-79C6-F0904302352B}"/>
              </a:ext>
            </a:extLst>
          </p:cNvPr>
          <p:cNvSpPr txBox="1"/>
          <p:nvPr userDrawn="1"/>
        </p:nvSpPr>
        <p:spPr>
          <a:xfrm flipH="1">
            <a:off x="10010507" y="6308208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>
                <a:solidFill>
                  <a:srgbClr val="24549C"/>
                </a:solidFill>
              </a:rPr>
              <a:t>진료지원간호팀</a:t>
            </a:r>
          </a:p>
        </p:txBody>
      </p:sp>
    </p:spTree>
    <p:extLst>
      <p:ext uri="{BB962C8B-B14F-4D97-AF65-F5344CB8AC3E}">
        <p14:creationId xmlns:p14="http://schemas.microsoft.com/office/powerpoint/2010/main" val="16825233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67" baseline="0">
                <a:solidFill>
                  <a:srgbClr val="091C78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55E2E-83CD-4389-B2E3-FB6950584B2A}" type="datetimeFigureOut">
              <a:rPr lang="ko-KR" altLang="en-US" smtClean="0"/>
              <a:t>2026-04-17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223E0D-8027-4312-A40C-E315FC59675E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F518D108-BBB9-0418-457E-A2BC08201BD7}"/>
              </a:ext>
            </a:extLst>
          </p:cNvPr>
          <p:cNvCxnSpPr/>
          <p:nvPr userDrawn="1"/>
        </p:nvCxnSpPr>
        <p:spPr>
          <a:xfrm>
            <a:off x="1778000" y="1147203"/>
            <a:ext cx="991325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_x189390376" descr="EMB000038242a1a">
            <a:extLst>
              <a:ext uri="{FF2B5EF4-FFF2-40B4-BE49-F238E27FC236}">
                <a16:creationId xmlns:a16="http://schemas.microsoft.com/office/drawing/2014/main" id="{2162BFC0-2B93-4ACD-6516-DF91A308E59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5601" y="292069"/>
            <a:ext cx="1252699" cy="7493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A6B1A33-C984-3543-525C-D33AE1A27553}"/>
              </a:ext>
            </a:extLst>
          </p:cNvPr>
          <p:cNvSpPr txBox="1"/>
          <p:nvPr userDrawn="1"/>
        </p:nvSpPr>
        <p:spPr>
          <a:xfrm flipH="1">
            <a:off x="10010507" y="6308208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>
                <a:solidFill>
                  <a:srgbClr val="24549C"/>
                </a:solidFill>
              </a:rPr>
              <a:t>진료지원간호팀</a:t>
            </a:r>
          </a:p>
        </p:txBody>
      </p:sp>
    </p:spTree>
    <p:extLst>
      <p:ext uri="{BB962C8B-B14F-4D97-AF65-F5344CB8AC3E}">
        <p14:creationId xmlns:p14="http://schemas.microsoft.com/office/powerpoint/2010/main" val="41203790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6B0AADCA-E65D-9A8A-E9E6-C0B34E39F5C3}"/>
              </a:ext>
            </a:extLst>
          </p:cNvPr>
          <p:cNvSpPr txBox="1"/>
          <p:nvPr userDrawn="1"/>
        </p:nvSpPr>
        <p:spPr>
          <a:xfrm>
            <a:off x="5239836" y="2955379"/>
            <a:ext cx="200407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000" b="1" dirty="0">
                <a:solidFill>
                  <a:srgbClr val="24549C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Q</a:t>
            </a:r>
            <a:r>
              <a:rPr lang="en-US" altLang="ko-KR" sz="4400" b="1" dirty="0">
                <a:solidFill>
                  <a:srgbClr val="24549C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</a:t>
            </a:r>
            <a:r>
              <a:rPr lang="en-US" altLang="ko-KR" sz="4400" b="0" dirty="0">
                <a:solidFill>
                  <a:srgbClr val="24549C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&amp;</a:t>
            </a:r>
            <a:r>
              <a:rPr lang="en-US" altLang="ko-KR" sz="4400" b="1" dirty="0">
                <a:solidFill>
                  <a:srgbClr val="24549C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</a:t>
            </a:r>
            <a:r>
              <a:rPr lang="en-US" altLang="ko-KR" sz="6000" b="1" dirty="0">
                <a:solidFill>
                  <a:srgbClr val="24549C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A</a:t>
            </a:r>
            <a:endParaRPr lang="ko-KR" altLang="en-US" sz="4400" b="1" dirty="0">
              <a:solidFill>
                <a:srgbClr val="24549C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31A77E5-BC2C-5174-FE30-64288EF652B5}"/>
              </a:ext>
            </a:extLst>
          </p:cNvPr>
          <p:cNvSpPr txBox="1"/>
          <p:nvPr userDrawn="1"/>
        </p:nvSpPr>
        <p:spPr>
          <a:xfrm flipH="1">
            <a:off x="10010507" y="6308208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>
                <a:solidFill>
                  <a:srgbClr val="24549C"/>
                </a:solidFill>
              </a:rPr>
              <a:t>진료지원간호팀</a:t>
            </a:r>
          </a:p>
        </p:txBody>
      </p:sp>
    </p:spTree>
    <p:extLst>
      <p:ext uri="{BB962C8B-B14F-4D97-AF65-F5344CB8AC3E}">
        <p14:creationId xmlns:p14="http://schemas.microsoft.com/office/powerpoint/2010/main" val="15769515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_x189390376" descr="EMB000038242a1a">
            <a:extLst>
              <a:ext uri="{FF2B5EF4-FFF2-40B4-BE49-F238E27FC236}">
                <a16:creationId xmlns:a16="http://schemas.microsoft.com/office/drawing/2014/main" id="{2388D911-2050-41D3-35D1-D6805810782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10204" y="2856850"/>
            <a:ext cx="1912990" cy="1144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B0AADCA-E65D-9A8A-E9E6-C0B34E39F5C3}"/>
              </a:ext>
            </a:extLst>
          </p:cNvPr>
          <p:cNvSpPr txBox="1"/>
          <p:nvPr userDrawn="1"/>
        </p:nvSpPr>
        <p:spPr>
          <a:xfrm>
            <a:off x="6165299" y="2955379"/>
            <a:ext cx="2808782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400" b="1" dirty="0">
                <a:solidFill>
                  <a:srgbClr val="24549C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감사합니다</a:t>
            </a:r>
            <a:r>
              <a:rPr lang="en-US" altLang="ko-KR" sz="4400" b="1" dirty="0">
                <a:solidFill>
                  <a:srgbClr val="24549C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</a:t>
            </a:r>
            <a:endParaRPr lang="ko-KR" altLang="en-US" sz="4400" b="1" dirty="0">
              <a:solidFill>
                <a:srgbClr val="24549C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72F4C66-AEE7-4773-FBFC-D3B3A41A27E7}"/>
              </a:ext>
            </a:extLst>
          </p:cNvPr>
          <p:cNvSpPr txBox="1"/>
          <p:nvPr userDrawn="1"/>
        </p:nvSpPr>
        <p:spPr>
          <a:xfrm flipH="1">
            <a:off x="6568807" y="3724820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>
                <a:solidFill>
                  <a:srgbClr val="24549C"/>
                </a:solidFill>
              </a:rPr>
              <a:t>진료지원간호팀</a:t>
            </a:r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B9EEB4C2-158E-04B1-36F8-7F9B0E2539F0}"/>
              </a:ext>
            </a:extLst>
          </p:cNvPr>
          <p:cNvCxnSpPr>
            <a:cxnSpLocks/>
          </p:cNvCxnSpPr>
          <p:nvPr userDrawn="1"/>
        </p:nvCxnSpPr>
        <p:spPr>
          <a:xfrm>
            <a:off x="6210300" y="3724820"/>
            <a:ext cx="26162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557586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1778000" y="365126"/>
            <a:ext cx="9575800" cy="7820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6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E55E2E-83CD-4389-B2E3-FB6950584B2A}" type="datetimeFigureOut">
              <a:rPr lang="ko-KR" altLang="en-US" smtClean="0"/>
              <a:t>2026-04-17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223E0D-8027-4312-A40C-E315FC59675E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551AF2F3-873C-4833-A021-6053E3D69AA7}"/>
              </a:ext>
            </a:extLst>
          </p:cNvPr>
          <p:cNvSpPr/>
          <p:nvPr userDrawn="1"/>
        </p:nvSpPr>
        <p:spPr>
          <a:xfrm>
            <a:off x="0" y="-25400"/>
            <a:ext cx="12192000" cy="211667"/>
          </a:xfrm>
          <a:prstGeom prst="rect">
            <a:avLst/>
          </a:prstGeom>
          <a:solidFill>
            <a:srgbClr val="24549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/>
          </a:p>
        </p:txBody>
      </p:sp>
    </p:spTree>
    <p:extLst>
      <p:ext uri="{BB962C8B-B14F-4D97-AF65-F5344CB8AC3E}">
        <p14:creationId xmlns:p14="http://schemas.microsoft.com/office/powerpoint/2010/main" val="14602994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6" r:id="rId3"/>
    <p:sldLayoutId id="2147483668" r:id="rId4"/>
    <p:sldLayoutId id="2147483667" r:id="rId5"/>
  </p:sldLayoutIdLst>
  <p:txStyles>
    <p:titleStyle>
      <a:lvl1pPr algn="l" defTabSz="914446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11" indent="-228611" algn="l" defTabSz="914446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34" indent="-228611" algn="l" defTabSz="914446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57" indent="-228611" algn="l" defTabSz="914446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80" indent="-228611" algn="l" defTabSz="914446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503" indent="-228611" algn="l" defTabSz="914446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726" indent="-228611" algn="l" defTabSz="914446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949" indent="-228611" algn="l" defTabSz="914446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171" indent="-228611" algn="l" defTabSz="914446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394" indent="-228611" algn="l" defTabSz="914446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4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23" algn="l" defTabSz="91444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46" algn="l" defTabSz="91444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69" algn="l" defTabSz="91444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91" algn="l" defTabSz="91444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114" algn="l" defTabSz="91444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337" algn="l" defTabSz="91444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560" algn="l" defTabSz="91444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783" algn="l" defTabSz="91444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240">
          <p15:clr>
            <a:srgbClr val="F26B43"/>
          </p15:clr>
        </p15:guide>
        <p15:guide id="2" pos="576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AD07D6-7EED-E5FD-9A0C-A37F9EB366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05840" y="1122363"/>
            <a:ext cx="10180320" cy="2387600"/>
          </a:xfrm>
        </p:spPr>
        <p:txBody>
          <a:bodyPr/>
          <a:lstStyle/>
          <a:p>
            <a:r>
              <a:rPr lang="en-US" altLang="ko-KR" b="1" dirty="0">
                <a:solidFill>
                  <a:srgbClr val="24549C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[2026 QI] </a:t>
            </a:r>
            <a:r>
              <a:rPr lang="en-US" altLang="ko-KR" b="1" dirty="0" err="1">
                <a:solidFill>
                  <a:srgbClr val="24549C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WeValue</a:t>
            </a:r>
            <a:r>
              <a:rPr lang="ko-KR" altLang="en-US" b="1" dirty="0">
                <a:solidFill>
                  <a:srgbClr val="24549C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</a:t>
            </a:r>
            <a:r>
              <a:rPr lang="ko-KR" altLang="en-US" b="1" dirty="0" err="1">
                <a:solidFill>
                  <a:srgbClr val="24549C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우리가치</a:t>
            </a:r>
            <a:endParaRPr lang="ko-KR" altLang="en-US" b="1" dirty="0">
              <a:solidFill>
                <a:srgbClr val="24549C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B9DA704A-5687-F92C-E2BA-36DBE27870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413214" y="3602038"/>
            <a:ext cx="5365571" cy="886205"/>
          </a:xfrm>
        </p:spPr>
        <p:txBody>
          <a:bodyPr wrap="none">
            <a:spAutoFit/>
          </a:bodyPr>
          <a:lstStyle/>
          <a:p>
            <a:r>
              <a:rPr lang="ko-KR" altLang="en-US" b="1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메신저 사용 방식 정리</a:t>
            </a:r>
            <a:endParaRPr lang="en-US" altLang="ko-KR" b="1" dirty="0"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  <a:p>
            <a:r>
              <a:rPr lang="ko-KR" altLang="en-US" b="1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발표자 </a:t>
            </a:r>
            <a:r>
              <a:rPr lang="en-US" altLang="ko-KR" b="1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: </a:t>
            </a:r>
            <a:r>
              <a:rPr lang="ko-KR" altLang="en-US" b="1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진료지원간호팀 이비인후과 이미자</a:t>
            </a:r>
          </a:p>
        </p:txBody>
      </p:sp>
    </p:spTree>
    <p:extLst>
      <p:ext uri="{BB962C8B-B14F-4D97-AF65-F5344CB8AC3E}">
        <p14:creationId xmlns:p14="http://schemas.microsoft.com/office/powerpoint/2010/main" val="33459731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C9F224B-DC4A-4063-863D-7C935033B1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84323CAD-101C-4847-8046-CF85ABCF07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766762"/>
            <a:ext cx="9753600" cy="5324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38307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61D82C8-0EA2-4D00-9FD6-4846124F1E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52E22A08-08EA-49E2-8709-40B3178139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532" y="1981244"/>
            <a:ext cx="3867956" cy="3874306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287111AD-A985-4BEB-915E-253F088A8D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0896" y="2274704"/>
            <a:ext cx="1807336" cy="345481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281F5114-2F51-4C68-A7AF-D304D16AF4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83640" y="3057147"/>
            <a:ext cx="2207118" cy="22071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0294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60888948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924</TotalTime>
  <Words>134</Words>
  <Application>Microsoft Office PowerPoint</Application>
  <PresentationFormat>와이드스크린</PresentationFormat>
  <Paragraphs>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9" baseType="lpstr">
      <vt:lpstr>KoPub돋움체 Bold</vt:lpstr>
      <vt:lpstr>KoPub돋움체 Light</vt:lpstr>
      <vt:lpstr>맑은 고딕</vt:lpstr>
      <vt:lpstr>Arial</vt:lpstr>
      <vt:lpstr>1_Office 테마</vt:lpstr>
      <vt:lpstr>[2026 QI] WeValue 우리가치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[2026 QI] WeValue 우리가치</dc:title>
  <dc:creator>성민 임</dc:creator>
  <cp:lastModifiedBy>rahee</cp:lastModifiedBy>
  <cp:revision>887</cp:revision>
  <dcterms:created xsi:type="dcterms:W3CDTF">2026-03-04T12:11:45Z</dcterms:created>
  <dcterms:modified xsi:type="dcterms:W3CDTF">2026-04-16T17:15:36Z</dcterms:modified>
</cp:coreProperties>
</file>